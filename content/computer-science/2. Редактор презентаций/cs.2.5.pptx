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7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loop="1"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A184BF-0F94-479D-B732-C090656167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EDBE52-1CAB-4046-BC37-43A46D842D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FE34E81-6282-45E0-A236-E45C58C51C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108F287-157B-4E79-8952-25020289F0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CA1DD6B-4292-44E9-BAC0-5DB29F764C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AC51C69-2605-4125-9284-27F835D6C0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BF411EA-B32B-49C1-9510-51B40B162A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61BC1CB-BFE2-468E-BBB0-6F1F7B516A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7ABAF39-869E-41BA-A330-2D853E5BF0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FFD5C18-7AB1-4E65-A4ED-5341AA74F1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312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A0683D-C0F0-4B87-93B5-FE6EAADA89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30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30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AC0980-C3F4-4819-8B1E-3C2F1A24E2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630120" y="274680"/>
            <a:ext cx="205740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2028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9D9E69-DFC7-4462-BD15-A308635FFC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30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30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210253-7210-4793-BC4B-090159A816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312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312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4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FB7F74-B673-4417-A8E5-5B26357664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30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48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48680" y="1600200"/>
            <a:ext cx="403848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ftr" idx="17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sldNum" idx="18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97C858-E8B8-4D02-98F0-24AEA3E44F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30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402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4028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4645440" y="1535040"/>
            <a:ext cx="40417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645440" y="2174760"/>
            <a:ext cx="40417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ftr" idx="20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sldNum" idx="21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BEDCC8-9697-4B92-9E13-576DA65E60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30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23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24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75F189-2779-48B7-9B0E-5CBF919C14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ftr" idx="26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27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1596D0-5E2E-4544-B60D-CC0799E8FD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816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3575520" y="272880"/>
            <a:ext cx="511200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641"/>
              </a:spcBef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641"/>
              </a:spcBef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816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29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30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39AC29-3AE2-4333-B4FF-7B233B9C98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76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76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spcBef>
                <a:spcPts val="281"/>
              </a:spcBef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0" algn="l" defTabSz="457200">
              <a:spcBef>
                <a:spcPts val="28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76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ftr" idx="32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sldNum" idx="33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12A82E-96EB-4AE4-9C9C-4E7BE4EFA8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3.xml"/><Relationship Id="rId3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4.xml"/><Relationship Id="rId3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5.xml"/><Relationship Id="rId3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6.xml"/><Relationship Id="rId3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7.xml"/><Relationship Id="rId3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8.xml"/><Relationship Id="rId3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9.xml"/><Relationship Id="rId3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10.xml"/><Relationship Id="rId3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11.xml"/><Relationship Id="rId3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12.xml"/><Relationship Id="rId3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2"/>
          <p:cNvSpPr/>
          <p:nvPr/>
        </p:nvSpPr>
        <p:spPr>
          <a:xfrm>
            <a:off x="0" y="0"/>
            <a:ext cx="12192840" cy="6857640"/>
          </a:xfrm>
          <a:prstGeom prst="rect">
            <a:avLst/>
          </a:prstGeom>
          <a:noFill/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ounded Rectangle 3"/>
          <p:cNvSpPr/>
          <p:nvPr/>
        </p:nvSpPr>
        <p:spPr>
          <a:xfrm>
            <a:off x="1554480" y="1325880"/>
            <a:ext cx="9053280" cy="384012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3480120" y="1828800"/>
            <a:ext cx="52023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4C65C"/>
                </a:solidFill>
                <a:effectLst/>
                <a:uFillTx/>
                <a:latin typeface="Calibri"/>
              </a:rPr>
              <a:t>ТАЙНА ЗАЧАРОВАННОГО ЛЕСА</a:t>
            </a:r>
            <a:endParaRPr lang="ru-R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3127320" y="2788920"/>
            <a:ext cx="59079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Сюжетная игра «Поиск предметов»</a:t>
            </a:r>
            <a:br>
              <a:rPr sz="1800"/>
            </a:br>
            <a:r>
              <a:rPr lang="en-US" sz="18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Найди 10 реликвий, собери их в рюкзак и сними заклятие!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6">
            <a:hlinkClick r:id="" action="ppaction://hlinkshowjump?jump=previousslide"/>
          </p:cNvPr>
          <p:cNvSpPr/>
          <p:nvPr/>
        </p:nvSpPr>
        <p:spPr>
          <a:xfrm>
            <a:off x="4572360" y="4160520"/>
            <a:ext cx="3017520" cy="56664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7">
            <a:hlinkClick r:id="" action="ppaction://hlinkshowjump?jump=nextslide"/>
          </p:cNvPr>
          <p:cNvSpPr/>
          <p:nvPr/>
        </p:nvSpPr>
        <p:spPr>
          <a:xfrm>
            <a:off x="5137920" y="4270320"/>
            <a:ext cx="187704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4C65C"/>
                </a:solidFill>
                <a:effectLst/>
                <a:uFillTx/>
                <a:latin typeface="Calibri"/>
              </a:rPr>
              <a:t>НАЧАТЬ ПРИКЛЮЧЕНИЕ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advTm="0" p14:dur="3000"/>
    </mc:Choice>
    <mc:Fallback>
      <p:transition spd="slow" advTm="0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ounded Rectangle 2"/>
          <p:cNvSpPr/>
          <p:nvPr/>
        </p:nvSpPr>
        <p:spPr>
          <a:xfrm>
            <a:off x="228600" y="228600"/>
            <a:ext cx="4663800" cy="117000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438840" y="338400"/>
            <a:ext cx="176508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4C65C"/>
                </a:solidFill>
                <a:effectLst/>
                <a:uFillTx/>
                <a:latin typeface="Calibri"/>
              </a:rPr>
              <a:t>УРОВЕНЬ 1 ИЗ 10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438840" y="713160"/>
            <a:ext cx="42062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Найди карманные часы у корней большого дерева.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5"/>
          <p:cNvSpPr/>
          <p:nvPr/>
        </p:nvSpPr>
        <p:spPr>
          <a:xfrm>
            <a:off x="8733240" y="255960"/>
            <a:ext cx="3154680" cy="91404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ACE8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6"/>
          <p:cNvSpPr/>
          <p:nvPr/>
        </p:nvSpPr>
        <p:spPr>
          <a:xfrm>
            <a:off x="8916120" y="347400"/>
            <a:ext cx="278892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ACE8C4"/>
                </a:solidFill>
                <a:effectLst/>
                <a:uFillTx/>
                <a:latin typeface="Calibri"/>
              </a:rPr>
              <a:t>🎒 РЮКЗАК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Пока пусто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7"/>
          <p:cNvSpPr/>
          <p:nvPr/>
        </p:nvSpPr>
        <p:spPr>
          <a:xfrm>
            <a:off x="4206600" y="6199560"/>
            <a:ext cx="3749040" cy="38376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8"/>
          <p:cNvSpPr/>
          <p:nvPr/>
        </p:nvSpPr>
        <p:spPr>
          <a:xfrm>
            <a:off x="5035320" y="6236280"/>
            <a:ext cx="2091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Нажми на найденный предмет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9">
            <a:hlinkClick r:id="rId2" action="ppaction://hlinksldjump"/>
          </p:cNvPr>
          <p:cNvSpPr/>
          <p:nvPr/>
        </p:nvSpPr>
        <p:spPr>
          <a:xfrm>
            <a:off x="2788920" y="3291840"/>
            <a:ext cx="594000" cy="566640"/>
          </a:xfrm>
          <a:prstGeom prst="rect">
            <a:avLst/>
          </a:prstGeom>
          <a:noFill/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2"/>
          <p:cNvSpPr/>
          <p:nvPr/>
        </p:nvSpPr>
        <p:spPr>
          <a:xfrm>
            <a:off x="228600" y="228600"/>
            <a:ext cx="4663800" cy="117000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438840" y="338400"/>
            <a:ext cx="176508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4C65C"/>
                </a:solidFill>
                <a:effectLst/>
                <a:uFillTx/>
                <a:latin typeface="Calibri"/>
              </a:rPr>
              <a:t>УРОВЕНЬ 2 ИЗ 10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438840" y="713160"/>
            <a:ext cx="42062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Найди старинный ключ у камней справа от ручья.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5"/>
          <p:cNvSpPr/>
          <p:nvPr/>
        </p:nvSpPr>
        <p:spPr>
          <a:xfrm>
            <a:off x="8733240" y="255960"/>
            <a:ext cx="3154680" cy="91404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ACE8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6"/>
          <p:cNvSpPr/>
          <p:nvPr/>
        </p:nvSpPr>
        <p:spPr>
          <a:xfrm>
            <a:off x="8916120" y="347400"/>
            <a:ext cx="278892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ACE8C4"/>
                </a:solidFill>
                <a:effectLst/>
                <a:uFillTx/>
                <a:latin typeface="Calibri"/>
              </a:rPr>
              <a:t>🎒 РЮКЗАК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Карманные часы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7"/>
          <p:cNvSpPr/>
          <p:nvPr/>
        </p:nvSpPr>
        <p:spPr>
          <a:xfrm>
            <a:off x="4206600" y="6199560"/>
            <a:ext cx="3749040" cy="38376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8"/>
          <p:cNvSpPr/>
          <p:nvPr/>
        </p:nvSpPr>
        <p:spPr>
          <a:xfrm>
            <a:off x="5035320" y="6236280"/>
            <a:ext cx="2091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Нажми на найденный предмет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9">
            <a:hlinkClick r:id="rId2" action="ppaction://hlinksldjump"/>
          </p:cNvPr>
          <p:cNvSpPr/>
          <p:nvPr/>
        </p:nvSpPr>
        <p:spPr>
          <a:xfrm>
            <a:off x="9282240" y="4251960"/>
            <a:ext cx="502560" cy="438480"/>
          </a:xfrm>
          <a:prstGeom prst="rect">
            <a:avLst/>
          </a:prstGeom>
          <a:noFill/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"/>
          <p:cNvSpPr/>
          <p:nvPr/>
        </p:nvSpPr>
        <p:spPr>
          <a:xfrm>
            <a:off x="8011800" y="5116680"/>
            <a:ext cx="617040" cy="761040"/>
          </a:xfrm>
          <a:custGeom>
            <a:avLst/>
            <a:gdLst/>
            <a:ahLst/>
            <a:rect l="0" t="0" r="r" b="b"/>
            <a:pathLst>
              <a:path fill="none" w="1714" h="2114">
                <a:moveTo>
                  <a:pt x="24" y="387"/>
                </a:moveTo>
                <a:cubicBezTo>
                  <a:pt x="47" y="652"/>
                  <a:pt x="25" y="1062"/>
                  <a:pt x="354" y="1120"/>
                </a:cubicBezTo>
                <a:cubicBezTo>
                  <a:pt x="642" y="1170"/>
                  <a:pt x="808" y="1414"/>
                  <a:pt x="850" y="1662"/>
                </a:cubicBezTo>
                <a:cubicBezTo>
                  <a:pt x="896" y="1933"/>
                  <a:pt x="1179" y="2080"/>
                  <a:pt x="1441" y="2111"/>
                </a:cubicBezTo>
                <a:cubicBezTo>
                  <a:pt x="1795" y="2153"/>
                  <a:pt x="1731" y="1755"/>
                  <a:pt x="1654" y="1568"/>
                </a:cubicBezTo>
                <a:cubicBezTo>
                  <a:pt x="1543" y="1297"/>
                  <a:pt x="1313" y="1125"/>
                  <a:pt x="1205" y="859"/>
                </a:cubicBezTo>
                <a:cubicBezTo>
                  <a:pt x="1098" y="595"/>
                  <a:pt x="1176" y="186"/>
                  <a:pt x="803" y="103"/>
                </a:cubicBezTo>
                <a:cubicBezTo>
                  <a:pt x="564" y="50"/>
                  <a:pt x="225" y="-133"/>
                  <a:pt x="47" y="174"/>
                </a:cubicBezTo>
                <a:lnTo>
                  <a:pt x="0" y="410"/>
                </a:lnTo>
                <a:lnTo>
                  <a:pt x="94" y="647"/>
                </a:lnTo>
                <a:lnTo>
                  <a:pt x="95" y="670"/>
                </a:lnTo>
              </a:path>
            </a:pathLst>
          </a:custGeom>
          <a:ln w="0">
            <a:noFill/>
          </a:ln>
        </p:spPr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ounded Rectangle 2"/>
          <p:cNvSpPr/>
          <p:nvPr/>
        </p:nvSpPr>
        <p:spPr>
          <a:xfrm>
            <a:off x="228600" y="228600"/>
            <a:ext cx="4663800" cy="117000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438840" y="338400"/>
            <a:ext cx="176508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4C65C"/>
                </a:solidFill>
                <a:effectLst/>
                <a:uFillTx/>
                <a:latin typeface="Calibri"/>
              </a:rPr>
              <a:t>УРОВЕНЬ 3 ИЗ 10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4"/>
          <p:cNvSpPr/>
          <p:nvPr/>
        </p:nvSpPr>
        <p:spPr>
          <a:xfrm>
            <a:off x="438840" y="713160"/>
            <a:ext cx="42062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Найди перо возле рюкзака в левой части сцены.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5"/>
          <p:cNvSpPr/>
          <p:nvPr/>
        </p:nvSpPr>
        <p:spPr>
          <a:xfrm>
            <a:off x="8733240" y="255960"/>
            <a:ext cx="3154680" cy="91404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ACE8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6"/>
          <p:cNvSpPr/>
          <p:nvPr/>
        </p:nvSpPr>
        <p:spPr>
          <a:xfrm>
            <a:off x="8916120" y="347400"/>
            <a:ext cx="278892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ACE8C4"/>
                </a:solidFill>
                <a:effectLst/>
                <a:uFillTx/>
                <a:latin typeface="Calibri"/>
              </a:rPr>
              <a:t>🎒 РЮКЗАК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Карманные часы • Старинный ключ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7"/>
          <p:cNvSpPr/>
          <p:nvPr/>
        </p:nvSpPr>
        <p:spPr>
          <a:xfrm>
            <a:off x="4206600" y="6199560"/>
            <a:ext cx="3749040" cy="38376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8"/>
          <p:cNvSpPr/>
          <p:nvPr/>
        </p:nvSpPr>
        <p:spPr>
          <a:xfrm>
            <a:off x="5035320" y="6236280"/>
            <a:ext cx="2091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Нажми на найденный предмет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9">
            <a:hlinkClick r:id="rId2" action="ppaction://hlinksldjump"/>
          </p:cNvPr>
          <p:cNvSpPr/>
          <p:nvPr/>
        </p:nvSpPr>
        <p:spPr>
          <a:xfrm>
            <a:off x="3612240" y="5074920"/>
            <a:ext cx="475200" cy="456840"/>
          </a:xfrm>
          <a:prstGeom prst="rect">
            <a:avLst/>
          </a:prstGeom>
          <a:noFill/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"/>
          <p:cNvSpPr/>
          <p:nvPr/>
        </p:nvSpPr>
        <p:spPr>
          <a:xfrm>
            <a:off x="3671280" y="4393440"/>
            <a:ext cx="681840" cy="840600"/>
          </a:xfrm>
          <a:custGeom>
            <a:avLst/>
            <a:gdLst/>
            <a:ahLst/>
            <a:rect l="0" t="0" r="r" b="b"/>
            <a:pathLst>
              <a:path fill="none" w="1894" h="2335">
                <a:moveTo>
                  <a:pt x="32" y="222"/>
                </a:moveTo>
                <a:cubicBezTo>
                  <a:pt x="27" y="460"/>
                  <a:pt x="14" y="714"/>
                  <a:pt x="126" y="931"/>
                </a:cubicBezTo>
                <a:cubicBezTo>
                  <a:pt x="257" y="1188"/>
                  <a:pt x="461" y="1395"/>
                  <a:pt x="622" y="1640"/>
                </a:cubicBezTo>
                <a:cubicBezTo>
                  <a:pt x="785" y="1888"/>
                  <a:pt x="1058" y="2072"/>
                  <a:pt x="1355" y="2160"/>
                </a:cubicBezTo>
                <a:cubicBezTo>
                  <a:pt x="1462" y="2192"/>
                  <a:pt x="2163" y="2565"/>
                  <a:pt x="1780" y="2112"/>
                </a:cubicBezTo>
                <a:cubicBezTo>
                  <a:pt x="1584" y="1880"/>
                  <a:pt x="1415" y="1642"/>
                  <a:pt x="1284" y="1380"/>
                </a:cubicBezTo>
                <a:cubicBezTo>
                  <a:pt x="1162" y="1136"/>
                  <a:pt x="1023" y="901"/>
                  <a:pt x="882" y="671"/>
                </a:cubicBezTo>
                <a:cubicBezTo>
                  <a:pt x="736" y="434"/>
                  <a:pt x="615" y="159"/>
                  <a:pt x="339" y="33"/>
                </a:cubicBezTo>
                <a:cubicBezTo>
                  <a:pt x="-5" y="-124"/>
                  <a:pt x="-16" y="322"/>
                  <a:pt x="8" y="506"/>
                </a:cubicBezTo>
                <a:lnTo>
                  <a:pt x="55" y="624"/>
                </a:lnTo>
              </a:path>
            </a:pathLst>
          </a:custGeom>
          <a:ln w="0">
            <a:noFill/>
          </a:ln>
        </p:spPr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ounded Rectangle 2"/>
          <p:cNvSpPr/>
          <p:nvPr/>
        </p:nvSpPr>
        <p:spPr>
          <a:xfrm>
            <a:off x="228600" y="228600"/>
            <a:ext cx="4663800" cy="117000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438840" y="338400"/>
            <a:ext cx="176508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4C65C"/>
                </a:solidFill>
                <a:effectLst/>
                <a:uFillTx/>
                <a:latin typeface="Calibri"/>
              </a:rPr>
              <a:t>УРОВЕНЬ 4 ИЗ 10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438840" y="713160"/>
            <a:ext cx="42062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Найди фонарь рядом с деревянным указателем.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5"/>
          <p:cNvSpPr/>
          <p:nvPr/>
        </p:nvSpPr>
        <p:spPr>
          <a:xfrm>
            <a:off x="8733240" y="255960"/>
            <a:ext cx="3154680" cy="91404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ACE8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6"/>
          <p:cNvSpPr/>
          <p:nvPr/>
        </p:nvSpPr>
        <p:spPr>
          <a:xfrm>
            <a:off x="8916120" y="347400"/>
            <a:ext cx="278892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ACE8C4"/>
                </a:solidFill>
                <a:effectLst/>
                <a:uFillTx/>
                <a:latin typeface="Calibri"/>
              </a:rPr>
              <a:t>🎒 РЮКЗАК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Карманные часы • Старинный ключ • Волшебное перо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7"/>
          <p:cNvSpPr/>
          <p:nvPr/>
        </p:nvSpPr>
        <p:spPr>
          <a:xfrm>
            <a:off x="4206600" y="6199560"/>
            <a:ext cx="3749040" cy="38376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8"/>
          <p:cNvSpPr/>
          <p:nvPr/>
        </p:nvSpPr>
        <p:spPr>
          <a:xfrm>
            <a:off x="5035320" y="6236280"/>
            <a:ext cx="2091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Нажми на найденный предмет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9">
            <a:hlinkClick r:id="rId2" action="ppaction://hlinksldjump"/>
          </p:cNvPr>
          <p:cNvSpPr/>
          <p:nvPr/>
        </p:nvSpPr>
        <p:spPr>
          <a:xfrm>
            <a:off x="4526640" y="3611880"/>
            <a:ext cx="548280" cy="594000"/>
          </a:xfrm>
          <a:prstGeom prst="rect">
            <a:avLst/>
          </a:prstGeom>
          <a:noFill/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"/>
          <p:cNvSpPr/>
          <p:nvPr/>
        </p:nvSpPr>
        <p:spPr>
          <a:xfrm>
            <a:off x="4331520" y="3201120"/>
            <a:ext cx="521640" cy="1085760"/>
          </a:xfrm>
          <a:custGeom>
            <a:avLst/>
            <a:gdLst/>
            <a:ahLst/>
            <a:rect l="0" t="0" r="r" b="b"/>
            <a:pathLst>
              <a:path fill="none" w="1449" h="3016">
                <a:moveTo>
                  <a:pt x="655" y="85"/>
                </a:moveTo>
                <a:cubicBezTo>
                  <a:pt x="419" y="186"/>
                  <a:pt x="233" y="439"/>
                  <a:pt x="277" y="723"/>
                </a:cubicBezTo>
                <a:cubicBezTo>
                  <a:pt x="313" y="956"/>
                  <a:pt x="253" y="1197"/>
                  <a:pt x="277" y="1432"/>
                </a:cubicBezTo>
                <a:cubicBezTo>
                  <a:pt x="303" y="1687"/>
                  <a:pt x="221" y="1928"/>
                  <a:pt x="111" y="2141"/>
                </a:cubicBezTo>
                <a:cubicBezTo>
                  <a:pt x="-11" y="2378"/>
                  <a:pt x="-52" y="2659"/>
                  <a:pt x="88" y="2849"/>
                </a:cubicBezTo>
                <a:cubicBezTo>
                  <a:pt x="240" y="3055"/>
                  <a:pt x="589" y="3027"/>
                  <a:pt x="844" y="2991"/>
                </a:cubicBezTo>
                <a:cubicBezTo>
                  <a:pt x="1048" y="2962"/>
                  <a:pt x="1598" y="3132"/>
                  <a:pt x="1410" y="2755"/>
                </a:cubicBezTo>
                <a:cubicBezTo>
                  <a:pt x="1255" y="2445"/>
                  <a:pt x="1477" y="2278"/>
                  <a:pt x="1434" y="2046"/>
                </a:cubicBezTo>
                <a:cubicBezTo>
                  <a:pt x="1386" y="1788"/>
                  <a:pt x="1349" y="1542"/>
                  <a:pt x="1316" y="1290"/>
                </a:cubicBezTo>
                <a:cubicBezTo>
                  <a:pt x="1285" y="1053"/>
                  <a:pt x="1350" y="820"/>
                  <a:pt x="1340" y="582"/>
                </a:cubicBezTo>
                <a:cubicBezTo>
                  <a:pt x="1332" y="373"/>
                  <a:pt x="1368" y="-31"/>
                  <a:pt x="1032" y="15"/>
                </a:cubicBezTo>
                <a:cubicBezTo>
                  <a:pt x="788" y="48"/>
                  <a:pt x="438" y="-137"/>
                  <a:pt x="347" y="251"/>
                </a:cubicBezTo>
                <a:lnTo>
                  <a:pt x="346" y="487"/>
                </a:lnTo>
                <a:lnTo>
                  <a:pt x="324" y="558"/>
                </a:lnTo>
              </a:path>
            </a:pathLst>
          </a:custGeom>
          <a:ln w="0">
            <a:noFill/>
          </a:ln>
        </p:spPr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ounded Rectangle 2"/>
          <p:cNvSpPr/>
          <p:nvPr/>
        </p:nvSpPr>
        <p:spPr>
          <a:xfrm>
            <a:off x="228600" y="228600"/>
            <a:ext cx="4663800" cy="117000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438840" y="338400"/>
            <a:ext cx="176508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4C65C"/>
                </a:solidFill>
                <a:effectLst/>
                <a:uFillTx/>
                <a:latin typeface="Calibri"/>
              </a:rPr>
              <a:t>УРОВЕНЬ 5 ИЗ 10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438840" y="713160"/>
            <a:ext cx="42062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Найди красный гриб в нижнем левом углу.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5"/>
          <p:cNvSpPr/>
          <p:nvPr/>
        </p:nvSpPr>
        <p:spPr>
          <a:xfrm>
            <a:off x="8733240" y="255960"/>
            <a:ext cx="3154680" cy="91404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ACE8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6"/>
          <p:cNvSpPr/>
          <p:nvPr/>
        </p:nvSpPr>
        <p:spPr>
          <a:xfrm>
            <a:off x="8916120" y="347400"/>
            <a:ext cx="278892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ACE8C4"/>
                </a:solidFill>
                <a:effectLst/>
                <a:uFillTx/>
                <a:latin typeface="Calibri"/>
              </a:rPr>
              <a:t>🎒 РЮКЗАК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Старинный ключ • Волшебное перо • Лесной фонарь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7"/>
          <p:cNvSpPr/>
          <p:nvPr/>
        </p:nvSpPr>
        <p:spPr>
          <a:xfrm>
            <a:off x="4206600" y="6199560"/>
            <a:ext cx="3749040" cy="38376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8"/>
          <p:cNvSpPr/>
          <p:nvPr/>
        </p:nvSpPr>
        <p:spPr>
          <a:xfrm>
            <a:off x="5035320" y="6236280"/>
            <a:ext cx="2091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Нажми на найденный предмет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9">
            <a:hlinkClick r:id="rId2" action="ppaction://hlinksldjump"/>
          </p:cNvPr>
          <p:cNvSpPr/>
          <p:nvPr/>
        </p:nvSpPr>
        <p:spPr>
          <a:xfrm>
            <a:off x="457200" y="5486400"/>
            <a:ext cx="658080" cy="502560"/>
          </a:xfrm>
          <a:prstGeom prst="rect">
            <a:avLst/>
          </a:prstGeom>
          <a:noFill/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"/>
          <p:cNvSpPr/>
          <p:nvPr/>
        </p:nvSpPr>
        <p:spPr>
          <a:xfrm>
            <a:off x="9720" y="5147640"/>
            <a:ext cx="1857600" cy="1536840"/>
          </a:xfrm>
          <a:custGeom>
            <a:avLst/>
            <a:gdLst/>
            <a:ahLst/>
            <a:rect l="0" t="0" r="r" b="b"/>
            <a:pathLst>
              <a:path w="5160" h="4269">
                <a:moveTo>
                  <a:pt x="4060" y="4034"/>
                </a:moveTo>
                <a:cubicBezTo>
                  <a:pt x="4202" y="3779"/>
                  <a:pt x="4466" y="3603"/>
                  <a:pt x="4557" y="3325"/>
                </a:cubicBezTo>
                <a:cubicBezTo>
                  <a:pt x="4638" y="3077"/>
                  <a:pt x="4744" y="2840"/>
                  <a:pt x="4816" y="2592"/>
                </a:cubicBezTo>
                <a:cubicBezTo>
                  <a:pt x="4891" y="2335"/>
                  <a:pt x="5089" y="2126"/>
                  <a:pt x="5123" y="1860"/>
                </a:cubicBezTo>
                <a:cubicBezTo>
                  <a:pt x="5156" y="1616"/>
                  <a:pt x="5232" y="1323"/>
                  <a:pt x="4981" y="1128"/>
                </a:cubicBezTo>
                <a:cubicBezTo>
                  <a:pt x="4727" y="931"/>
                  <a:pt x="4483" y="717"/>
                  <a:pt x="4201" y="561"/>
                </a:cubicBezTo>
                <a:cubicBezTo>
                  <a:pt x="3968" y="431"/>
                  <a:pt x="3697" y="466"/>
                  <a:pt x="3446" y="443"/>
                </a:cubicBezTo>
                <a:cubicBezTo>
                  <a:pt x="3180" y="419"/>
                  <a:pt x="2966" y="225"/>
                  <a:pt x="2713" y="159"/>
                </a:cubicBezTo>
                <a:cubicBezTo>
                  <a:pt x="2457" y="93"/>
                  <a:pt x="2196" y="35"/>
                  <a:pt x="1933" y="17"/>
                </a:cubicBezTo>
                <a:cubicBezTo>
                  <a:pt x="1674" y="0"/>
                  <a:pt x="1408" y="-20"/>
                  <a:pt x="1154" y="41"/>
                </a:cubicBezTo>
                <a:cubicBezTo>
                  <a:pt x="860" y="112"/>
                  <a:pt x="606" y="314"/>
                  <a:pt x="422" y="562"/>
                </a:cubicBezTo>
                <a:cubicBezTo>
                  <a:pt x="256" y="783"/>
                  <a:pt x="264" y="1088"/>
                  <a:pt x="91" y="1293"/>
                </a:cubicBezTo>
                <a:cubicBezTo>
                  <a:pt x="-201" y="1638"/>
                  <a:pt x="282" y="1774"/>
                  <a:pt x="516" y="1765"/>
                </a:cubicBezTo>
                <a:cubicBezTo>
                  <a:pt x="760" y="1756"/>
                  <a:pt x="1013" y="1693"/>
                  <a:pt x="1247" y="1765"/>
                </a:cubicBezTo>
                <a:cubicBezTo>
                  <a:pt x="1508" y="1846"/>
                  <a:pt x="1437" y="2276"/>
                  <a:pt x="1248" y="2474"/>
                </a:cubicBezTo>
                <a:cubicBezTo>
                  <a:pt x="1077" y="2653"/>
                  <a:pt x="695" y="2567"/>
                  <a:pt x="729" y="2994"/>
                </a:cubicBezTo>
                <a:cubicBezTo>
                  <a:pt x="754" y="3307"/>
                  <a:pt x="1002" y="3358"/>
                  <a:pt x="1224" y="3419"/>
                </a:cubicBezTo>
                <a:cubicBezTo>
                  <a:pt x="1523" y="3501"/>
                  <a:pt x="1549" y="3909"/>
                  <a:pt x="1744" y="4128"/>
                </a:cubicBezTo>
                <a:cubicBezTo>
                  <a:pt x="1950" y="4360"/>
                  <a:pt x="2305" y="4262"/>
                  <a:pt x="2548" y="4151"/>
                </a:cubicBezTo>
                <a:cubicBezTo>
                  <a:pt x="2805" y="4033"/>
                  <a:pt x="3081" y="4034"/>
                  <a:pt x="3352" y="4033"/>
                </a:cubicBezTo>
                <a:lnTo>
                  <a:pt x="3634" y="4033"/>
                </a:lnTo>
                <a:lnTo>
                  <a:pt x="3894" y="4034"/>
                </a:lnTo>
                <a:lnTo>
                  <a:pt x="4107" y="4010"/>
                </a:lnTo>
                <a:lnTo>
                  <a:pt x="4060" y="4034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ounded Rectangle 2"/>
          <p:cNvSpPr/>
          <p:nvPr/>
        </p:nvSpPr>
        <p:spPr>
          <a:xfrm>
            <a:off x="228600" y="228600"/>
            <a:ext cx="4663800" cy="117000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3"/>
          <p:cNvSpPr/>
          <p:nvPr/>
        </p:nvSpPr>
        <p:spPr>
          <a:xfrm>
            <a:off x="438840" y="338400"/>
            <a:ext cx="176508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4C65C"/>
                </a:solidFill>
                <a:effectLst/>
                <a:uFillTx/>
                <a:latin typeface="Calibri"/>
              </a:rPr>
              <a:t>УРОВЕНЬ 6 ИЗ 10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4"/>
          <p:cNvSpPr/>
          <p:nvPr/>
        </p:nvSpPr>
        <p:spPr>
          <a:xfrm>
            <a:off x="438840" y="713160"/>
            <a:ext cx="42062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Найди бумажный кораблик у воды справа.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5"/>
          <p:cNvSpPr/>
          <p:nvPr/>
        </p:nvSpPr>
        <p:spPr>
          <a:xfrm>
            <a:off x="8733240" y="255960"/>
            <a:ext cx="3154680" cy="91404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ACE8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6"/>
          <p:cNvSpPr/>
          <p:nvPr/>
        </p:nvSpPr>
        <p:spPr>
          <a:xfrm>
            <a:off x="8916120" y="347400"/>
            <a:ext cx="278892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ACE8C4"/>
                </a:solidFill>
                <a:effectLst/>
                <a:uFillTx/>
                <a:latin typeface="Calibri"/>
              </a:rPr>
              <a:t>🎒 РЮКЗАК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Волшебное перо • Лесной фонарь • Красный гриб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7"/>
          <p:cNvSpPr/>
          <p:nvPr/>
        </p:nvSpPr>
        <p:spPr>
          <a:xfrm>
            <a:off x="4206600" y="6199560"/>
            <a:ext cx="3749040" cy="38376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8"/>
          <p:cNvSpPr/>
          <p:nvPr/>
        </p:nvSpPr>
        <p:spPr>
          <a:xfrm>
            <a:off x="5035320" y="6236280"/>
            <a:ext cx="2091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Нажми на найденный предмет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angle 9">
            <a:hlinkClick r:id="rId2" action="ppaction://hlinksldjump"/>
          </p:cNvPr>
          <p:cNvSpPr/>
          <p:nvPr/>
        </p:nvSpPr>
        <p:spPr>
          <a:xfrm>
            <a:off x="9556560" y="4389120"/>
            <a:ext cx="594000" cy="456840"/>
          </a:xfrm>
          <a:prstGeom prst="rect">
            <a:avLst/>
          </a:prstGeom>
          <a:noFill/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"/>
          <p:cNvSpPr/>
          <p:nvPr/>
        </p:nvSpPr>
        <p:spPr>
          <a:xfrm>
            <a:off x="9625320" y="4318560"/>
            <a:ext cx="529920" cy="293400"/>
          </a:xfrm>
          <a:custGeom>
            <a:avLst/>
            <a:gdLst/>
            <a:ahLst/>
            <a:rect l="0" t="0" r="r" b="b"/>
            <a:pathLst>
              <a:path w="1472" h="815">
                <a:moveTo>
                  <a:pt x="1307" y="714"/>
                </a:moveTo>
                <a:cubicBezTo>
                  <a:pt x="1089" y="875"/>
                  <a:pt x="817" y="798"/>
                  <a:pt x="574" y="785"/>
                </a:cubicBezTo>
                <a:cubicBezTo>
                  <a:pt x="285" y="770"/>
                  <a:pt x="-59" y="505"/>
                  <a:pt x="8" y="241"/>
                </a:cubicBezTo>
                <a:cubicBezTo>
                  <a:pt x="93" y="-94"/>
                  <a:pt x="425" y="213"/>
                  <a:pt x="716" y="30"/>
                </a:cubicBezTo>
                <a:cubicBezTo>
                  <a:pt x="972" y="-133"/>
                  <a:pt x="1132" y="425"/>
                  <a:pt x="1449" y="289"/>
                </a:cubicBezTo>
                <a:lnTo>
                  <a:pt x="1472" y="525"/>
                </a:lnTo>
                <a:lnTo>
                  <a:pt x="1284" y="739"/>
                </a:lnTo>
                <a:lnTo>
                  <a:pt x="1307" y="714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ounded Rectangle 2"/>
          <p:cNvSpPr/>
          <p:nvPr/>
        </p:nvSpPr>
        <p:spPr>
          <a:xfrm>
            <a:off x="228600" y="228600"/>
            <a:ext cx="4663800" cy="117000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3"/>
          <p:cNvSpPr/>
          <p:nvPr/>
        </p:nvSpPr>
        <p:spPr>
          <a:xfrm>
            <a:off x="438840" y="338400"/>
            <a:ext cx="176508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4C65C"/>
                </a:solidFill>
                <a:effectLst/>
                <a:uFillTx/>
                <a:latin typeface="Calibri"/>
              </a:rPr>
              <a:t>УРОВЕНЬ 7 ИЗ 10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4"/>
          <p:cNvSpPr/>
          <p:nvPr/>
        </p:nvSpPr>
        <p:spPr>
          <a:xfrm>
            <a:off x="438840" y="713160"/>
            <a:ext cx="42062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Найди сову в дупле дерева в верхней левой части.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5"/>
          <p:cNvSpPr/>
          <p:nvPr/>
        </p:nvSpPr>
        <p:spPr>
          <a:xfrm>
            <a:off x="8733240" y="255960"/>
            <a:ext cx="3154680" cy="91404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ACE8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8916120" y="347400"/>
            <a:ext cx="278892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ACE8C4"/>
                </a:solidFill>
                <a:effectLst/>
                <a:uFillTx/>
                <a:latin typeface="Calibri"/>
              </a:rPr>
              <a:t>🎒 РЮКЗАК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Лесной фонарь • Красный гриб • Бумажный кораблик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7"/>
          <p:cNvSpPr/>
          <p:nvPr/>
        </p:nvSpPr>
        <p:spPr>
          <a:xfrm>
            <a:off x="4206600" y="6199560"/>
            <a:ext cx="3749040" cy="38376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8"/>
          <p:cNvSpPr/>
          <p:nvPr/>
        </p:nvSpPr>
        <p:spPr>
          <a:xfrm>
            <a:off x="5035320" y="6236280"/>
            <a:ext cx="2091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Нажми на найденный предмет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9">
            <a:hlinkClick r:id="rId2" action="ppaction://hlinksldjump"/>
          </p:cNvPr>
          <p:cNvSpPr/>
          <p:nvPr/>
        </p:nvSpPr>
        <p:spPr>
          <a:xfrm>
            <a:off x="2148840" y="640080"/>
            <a:ext cx="594000" cy="594000"/>
          </a:xfrm>
          <a:prstGeom prst="rect">
            <a:avLst/>
          </a:prstGeom>
          <a:noFill/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"/>
          <p:cNvSpPr/>
          <p:nvPr/>
        </p:nvSpPr>
        <p:spPr>
          <a:xfrm>
            <a:off x="2143440" y="671400"/>
            <a:ext cx="455040" cy="638640"/>
          </a:xfrm>
          <a:custGeom>
            <a:avLst/>
            <a:gdLst/>
            <a:ahLst/>
            <a:rect l="0" t="0" r="r" b="b"/>
            <a:pathLst>
              <a:path w="1264" h="1774">
                <a:moveTo>
                  <a:pt x="471" y="1774"/>
                </a:moveTo>
                <a:cubicBezTo>
                  <a:pt x="290" y="1547"/>
                  <a:pt x="66" y="1320"/>
                  <a:pt x="22" y="1018"/>
                </a:cubicBezTo>
                <a:cubicBezTo>
                  <a:pt x="-14" y="765"/>
                  <a:pt x="-20" y="485"/>
                  <a:pt x="118" y="262"/>
                </a:cubicBezTo>
                <a:cubicBezTo>
                  <a:pt x="264" y="23"/>
                  <a:pt x="596" y="-63"/>
                  <a:pt x="826" y="49"/>
                </a:cubicBezTo>
                <a:cubicBezTo>
                  <a:pt x="1092" y="179"/>
                  <a:pt x="1180" y="508"/>
                  <a:pt x="1251" y="781"/>
                </a:cubicBezTo>
                <a:cubicBezTo>
                  <a:pt x="1332" y="1094"/>
                  <a:pt x="997" y="1309"/>
                  <a:pt x="802" y="1490"/>
                </a:cubicBezTo>
                <a:lnTo>
                  <a:pt x="566" y="1703"/>
                </a:lnTo>
                <a:lnTo>
                  <a:pt x="519" y="1774"/>
                </a:lnTo>
                <a:lnTo>
                  <a:pt x="471" y="1774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ounded Rectangle 2"/>
          <p:cNvSpPr/>
          <p:nvPr/>
        </p:nvSpPr>
        <p:spPr>
          <a:xfrm>
            <a:off x="228600" y="228600"/>
            <a:ext cx="4663800" cy="117000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3"/>
          <p:cNvSpPr/>
          <p:nvPr/>
        </p:nvSpPr>
        <p:spPr>
          <a:xfrm>
            <a:off x="438840" y="338400"/>
            <a:ext cx="176508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4C65C"/>
                </a:solidFill>
                <a:effectLst/>
                <a:uFillTx/>
                <a:latin typeface="Calibri"/>
              </a:rPr>
              <a:t>УРОВЕНЬ 8 ИЗ 10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4"/>
          <p:cNvSpPr/>
          <p:nvPr/>
        </p:nvSpPr>
        <p:spPr>
          <a:xfrm>
            <a:off x="438840" y="713160"/>
            <a:ext cx="42062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Найди банку с ягодами в правом нижнем углу.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Rounded Rectangle 5"/>
          <p:cNvSpPr/>
          <p:nvPr/>
        </p:nvSpPr>
        <p:spPr>
          <a:xfrm>
            <a:off x="8733240" y="255960"/>
            <a:ext cx="3154680" cy="91404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ACE8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6"/>
          <p:cNvSpPr/>
          <p:nvPr/>
        </p:nvSpPr>
        <p:spPr>
          <a:xfrm>
            <a:off x="8916120" y="347400"/>
            <a:ext cx="278892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ACE8C4"/>
                </a:solidFill>
                <a:effectLst/>
                <a:uFillTx/>
                <a:latin typeface="Calibri"/>
              </a:rPr>
              <a:t>🎒 РЮКЗАК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Красный гриб • Бумажный кораблик • Перо совы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7"/>
          <p:cNvSpPr/>
          <p:nvPr/>
        </p:nvSpPr>
        <p:spPr>
          <a:xfrm>
            <a:off x="4206600" y="6199560"/>
            <a:ext cx="3749040" cy="38376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8"/>
          <p:cNvSpPr/>
          <p:nvPr/>
        </p:nvSpPr>
        <p:spPr>
          <a:xfrm>
            <a:off x="5035320" y="6236280"/>
            <a:ext cx="2091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Нажми на найденный предмет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9">
            <a:hlinkClick r:id="rId2" action="ppaction://hlinksldjump"/>
          </p:cNvPr>
          <p:cNvSpPr/>
          <p:nvPr/>
        </p:nvSpPr>
        <p:spPr>
          <a:xfrm>
            <a:off x="10562400" y="5349240"/>
            <a:ext cx="639720" cy="594000"/>
          </a:xfrm>
          <a:prstGeom prst="rect">
            <a:avLst/>
          </a:prstGeom>
          <a:noFill/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"/>
          <p:cNvSpPr/>
          <p:nvPr/>
        </p:nvSpPr>
        <p:spPr>
          <a:xfrm>
            <a:off x="10434600" y="4762800"/>
            <a:ext cx="1611720" cy="2044080"/>
          </a:xfrm>
          <a:custGeom>
            <a:avLst/>
            <a:gdLst/>
            <a:ahLst/>
            <a:rect l="0" t="0" r="r" b="b"/>
            <a:pathLst>
              <a:path fill="none" w="4477" h="5678">
                <a:moveTo>
                  <a:pt x="4" y="5528"/>
                </a:moveTo>
                <a:cubicBezTo>
                  <a:pt x="-28" y="5249"/>
                  <a:pt x="160" y="5021"/>
                  <a:pt x="240" y="4772"/>
                </a:cubicBezTo>
                <a:cubicBezTo>
                  <a:pt x="330" y="4492"/>
                  <a:pt x="513" y="4240"/>
                  <a:pt x="547" y="3945"/>
                </a:cubicBezTo>
                <a:cubicBezTo>
                  <a:pt x="576" y="3694"/>
                  <a:pt x="606" y="3422"/>
                  <a:pt x="783" y="3236"/>
                </a:cubicBezTo>
                <a:cubicBezTo>
                  <a:pt x="972" y="3039"/>
                  <a:pt x="1276" y="3130"/>
                  <a:pt x="1492" y="2976"/>
                </a:cubicBezTo>
                <a:cubicBezTo>
                  <a:pt x="1764" y="2783"/>
                  <a:pt x="1613" y="2490"/>
                  <a:pt x="1681" y="2220"/>
                </a:cubicBezTo>
                <a:cubicBezTo>
                  <a:pt x="1743" y="1973"/>
                  <a:pt x="1665" y="1698"/>
                  <a:pt x="1776" y="1464"/>
                </a:cubicBezTo>
                <a:cubicBezTo>
                  <a:pt x="1893" y="1218"/>
                  <a:pt x="1957" y="949"/>
                  <a:pt x="2083" y="708"/>
                </a:cubicBezTo>
                <a:cubicBezTo>
                  <a:pt x="2209" y="467"/>
                  <a:pt x="2287" y="141"/>
                  <a:pt x="2602" y="71"/>
                </a:cubicBezTo>
                <a:cubicBezTo>
                  <a:pt x="2857" y="16"/>
                  <a:pt x="3120" y="4"/>
                  <a:pt x="3382" y="0"/>
                </a:cubicBezTo>
                <a:cubicBezTo>
                  <a:pt x="3607" y="-3"/>
                  <a:pt x="3928" y="91"/>
                  <a:pt x="3902" y="401"/>
                </a:cubicBezTo>
                <a:cubicBezTo>
                  <a:pt x="3873" y="740"/>
                  <a:pt x="4303" y="798"/>
                  <a:pt x="4399" y="1110"/>
                </a:cubicBezTo>
                <a:cubicBezTo>
                  <a:pt x="4475" y="1358"/>
                  <a:pt x="4518" y="1631"/>
                  <a:pt x="4422" y="1866"/>
                </a:cubicBezTo>
                <a:cubicBezTo>
                  <a:pt x="4321" y="2114"/>
                  <a:pt x="4232" y="2384"/>
                  <a:pt x="4043" y="2575"/>
                </a:cubicBezTo>
                <a:cubicBezTo>
                  <a:pt x="3864" y="2756"/>
                  <a:pt x="3581" y="2936"/>
                  <a:pt x="3335" y="2858"/>
                </a:cubicBezTo>
                <a:cubicBezTo>
                  <a:pt x="2840" y="2703"/>
                  <a:pt x="3095" y="3285"/>
                  <a:pt x="3429" y="3189"/>
                </a:cubicBezTo>
                <a:cubicBezTo>
                  <a:pt x="3722" y="3105"/>
                  <a:pt x="3796" y="3566"/>
                  <a:pt x="3736" y="3803"/>
                </a:cubicBezTo>
                <a:cubicBezTo>
                  <a:pt x="3661" y="4092"/>
                  <a:pt x="3519" y="4357"/>
                  <a:pt x="3358" y="4606"/>
                </a:cubicBezTo>
                <a:cubicBezTo>
                  <a:pt x="3200" y="4848"/>
                  <a:pt x="3016" y="5084"/>
                  <a:pt x="2933" y="5362"/>
                </a:cubicBezTo>
                <a:cubicBezTo>
                  <a:pt x="2840" y="5672"/>
                  <a:pt x="2515" y="5675"/>
                  <a:pt x="2272" y="5669"/>
                </a:cubicBezTo>
                <a:cubicBezTo>
                  <a:pt x="2012" y="5663"/>
                  <a:pt x="1751" y="5691"/>
                  <a:pt x="1492" y="5669"/>
                </a:cubicBezTo>
                <a:cubicBezTo>
                  <a:pt x="1246" y="5648"/>
                  <a:pt x="1003" y="5650"/>
                  <a:pt x="760" y="5646"/>
                </a:cubicBezTo>
                <a:cubicBezTo>
                  <a:pt x="524" y="5642"/>
                  <a:pt x="287" y="5645"/>
                  <a:pt x="51" y="5646"/>
                </a:cubicBezTo>
                <a:lnTo>
                  <a:pt x="27" y="5409"/>
                </a:lnTo>
                <a:lnTo>
                  <a:pt x="4" y="5386"/>
                </a:lnTo>
              </a:path>
            </a:pathLst>
          </a:custGeom>
          <a:ln w="0">
            <a:noFill/>
          </a:ln>
        </p:spPr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ounded Rectangle 2"/>
          <p:cNvSpPr/>
          <p:nvPr/>
        </p:nvSpPr>
        <p:spPr>
          <a:xfrm>
            <a:off x="228600" y="228600"/>
            <a:ext cx="4663800" cy="117000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3"/>
          <p:cNvSpPr/>
          <p:nvPr/>
        </p:nvSpPr>
        <p:spPr>
          <a:xfrm>
            <a:off x="438840" y="338400"/>
            <a:ext cx="176508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4C65C"/>
                </a:solidFill>
                <a:effectLst/>
                <a:uFillTx/>
                <a:latin typeface="Calibri"/>
              </a:rPr>
              <a:t>УРОВЕНЬ 9 ИЗ 10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4"/>
          <p:cNvSpPr/>
          <p:nvPr/>
        </p:nvSpPr>
        <p:spPr>
          <a:xfrm>
            <a:off x="438840" y="713160"/>
            <a:ext cx="42062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Найди маленькую ракушку на каменистой тропе.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5"/>
          <p:cNvSpPr/>
          <p:nvPr/>
        </p:nvSpPr>
        <p:spPr>
          <a:xfrm>
            <a:off x="8733240" y="255960"/>
            <a:ext cx="3154680" cy="91404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ACE8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6"/>
          <p:cNvSpPr/>
          <p:nvPr/>
        </p:nvSpPr>
        <p:spPr>
          <a:xfrm>
            <a:off x="8916120" y="347400"/>
            <a:ext cx="278892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ACE8C4"/>
                </a:solidFill>
                <a:effectLst/>
                <a:uFillTx/>
                <a:latin typeface="Calibri"/>
              </a:rPr>
              <a:t>🎒 РЮКЗАК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Бумажный кораблик • Перо совы • Банка с ягодами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7"/>
          <p:cNvSpPr/>
          <p:nvPr/>
        </p:nvSpPr>
        <p:spPr>
          <a:xfrm>
            <a:off x="4206600" y="6199560"/>
            <a:ext cx="3749040" cy="38376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8"/>
          <p:cNvSpPr/>
          <p:nvPr/>
        </p:nvSpPr>
        <p:spPr>
          <a:xfrm>
            <a:off x="5035320" y="6236280"/>
            <a:ext cx="2091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Нажми на найденный предмет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9">
            <a:hlinkClick r:id="rId2" action="ppaction://hlinksldjump"/>
          </p:cNvPr>
          <p:cNvSpPr/>
          <p:nvPr/>
        </p:nvSpPr>
        <p:spPr>
          <a:xfrm>
            <a:off x="7178760" y="5166360"/>
            <a:ext cx="438480" cy="365400"/>
          </a:xfrm>
          <a:prstGeom prst="rect">
            <a:avLst/>
          </a:prstGeom>
          <a:noFill/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"/>
          <p:cNvSpPr/>
          <p:nvPr/>
        </p:nvSpPr>
        <p:spPr>
          <a:xfrm>
            <a:off x="8156520" y="6153840"/>
            <a:ext cx="578160" cy="386280"/>
          </a:xfrm>
          <a:custGeom>
            <a:avLst/>
            <a:gdLst/>
            <a:ahLst/>
            <a:rect l="0" t="0" r="r" b="b"/>
            <a:pathLst>
              <a:path fill="none" w="1606" h="1073">
                <a:moveTo>
                  <a:pt x="23" y="1026"/>
                </a:moveTo>
                <a:cubicBezTo>
                  <a:pt x="289" y="1066"/>
                  <a:pt x="558" y="1053"/>
                  <a:pt x="826" y="1049"/>
                </a:cubicBezTo>
                <a:cubicBezTo>
                  <a:pt x="1068" y="1046"/>
                  <a:pt x="1368" y="1107"/>
                  <a:pt x="1535" y="860"/>
                </a:cubicBezTo>
                <a:cubicBezTo>
                  <a:pt x="1776" y="501"/>
                  <a:pt x="1331" y="573"/>
                  <a:pt x="1275" y="199"/>
                </a:cubicBezTo>
                <a:cubicBezTo>
                  <a:pt x="1236" y="-61"/>
                  <a:pt x="766" y="-28"/>
                  <a:pt x="543" y="81"/>
                </a:cubicBezTo>
                <a:cubicBezTo>
                  <a:pt x="290" y="204"/>
                  <a:pt x="332" y="550"/>
                  <a:pt x="236" y="789"/>
                </a:cubicBezTo>
                <a:lnTo>
                  <a:pt x="0" y="931"/>
                </a:lnTo>
                <a:lnTo>
                  <a:pt x="236" y="1073"/>
                </a:lnTo>
                <a:lnTo>
                  <a:pt x="425" y="1049"/>
                </a:lnTo>
              </a:path>
            </a:pathLst>
          </a:custGeom>
          <a:ln w="0">
            <a:noFill/>
          </a:ln>
        </p:spPr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ounded Rectangle 2"/>
          <p:cNvSpPr/>
          <p:nvPr/>
        </p:nvSpPr>
        <p:spPr>
          <a:xfrm>
            <a:off x="228600" y="228600"/>
            <a:ext cx="4663800" cy="117000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3"/>
          <p:cNvSpPr/>
          <p:nvPr/>
        </p:nvSpPr>
        <p:spPr>
          <a:xfrm>
            <a:off x="438840" y="338400"/>
            <a:ext cx="187452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4C65C"/>
                </a:solidFill>
                <a:effectLst/>
                <a:uFillTx/>
                <a:latin typeface="Calibri"/>
              </a:rPr>
              <a:t>УРОВЕНЬ 10 ИЗ 10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438840" y="713160"/>
            <a:ext cx="42062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Найди синюю бабочку среди листвы слева.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5"/>
          <p:cNvSpPr/>
          <p:nvPr/>
        </p:nvSpPr>
        <p:spPr>
          <a:xfrm>
            <a:off x="8733240" y="255960"/>
            <a:ext cx="3154680" cy="91404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ACE8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6"/>
          <p:cNvSpPr/>
          <p:nvPr/>
        </p:nvSpPr>
        <p:spPr>
          <a:xfrm>
            <a:off x="8916120" y="347400"/>
            <a:ext cx="278892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ACE8C4"/>
                </a:solidFill>
                <a:effectLst/>
                <a:uFillTx/>
                <a:latin typeface="Calibri"/>
              </a:rPr>
              <a:t>🎒 РЮКЗАК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Перо совы • Банка с ягодами • Лесная ракушка</a:t>
            </a:r>
            <a:endParaRPr lang="ru-RU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7"/>
          <p:cNvSpPr/>
          <p:nvPr/>
        </p:nvSpPr>
        <p:spPr>
          <a:xfrm>
            <a:off x="4206600" y="6199560"/>
            <a:ext cx="3749040" cy="38376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8"/>
          <p:cNvSpPr/>
          <p:nvPr/>
        </p:nvSpPr>
        <p:spPr>
          <a:xfrm>
            <a:off x="5035320" y="6236280"/>
            <a:ext cx="2091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Нажми на найденный предмет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9">
            <a:hlinkClick r:id="rId2" action="ppaction://hlinksldjump"/>
          </p:cNvPr>
          <p:cNvSpPr/>
          <p:nvPr/>
        </p:nvSpPr>
        <p:spPr>
          <a:xfrm>
            <a:off x="1463040" y="1417320"/>
            <a:ext cx="438480" cy="383760"/>
          </a:xfrm>
          <a:prstGeom prst="rect">
            <a:avLst/>
          </a:prstGeom>
          <a:noFill/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"/>
          <p:cNvSpPr/>
          <p:nvPr/>
        </p:nvSpPr>
        <p:spPr>
          <a:xfrm>
            <a:off x="1291320" y="1505160"/>
            <a:ext cx="375480" cy="341280"/>
          </a:xfrm>
          <a:custGeom>
            <a:avLst/>
            <a:gdLst/>
            <a:ahLst/>
            <a:rect l="0" t="0" r="r" b="b"/>
            <a:pathLst>
              <a:path fill="none" w="1043" h="948">
                <a:moveTo>
                  <a:pt x="1043" y="379"/>
                </a:moveTo>
                <a:cubicBezTo>
                  <a:pt x="917" y="584"/>
                  <a:pt x="1034" y="919"/>
                  <a:pt x="618" y="946"/>
                </a:cubicBezTo>
                <a:cubicBezTo>
                  <a:pt x="340" y="964"/>
                  <a:pt x="63" y="848"/>
                  <a:pt x="27" y="591"/>
                </a:cubicBezTo>
                <a:cubicBezTo>
                  <a:pt x="-3" y="378"/>
                  <a:pt x="-79" y="-20"/>
                  <a:pt x="312" y="1"/>
                </a:cubicBezTo>
                <a:cubicBezTo>
                  <a:pt x="549" y="13"/>
                  <a:pt x="886" y="3"/>
                  <a:pt x="948" y="308"/>
                </a:cubicBezTo>
                <a:lnTo>
                  <a:pt x="996" y="544"/>
                </a:lnTo>
              </a:path>
            </a:pathLst>
          </a:custGeom>
          <a:ln w="0">
            <a:noFill/>
          </a:ln>
        </p:spPr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2"/>
          <p:cNvSpPr/>
          <p:nvPr/>
        </p:nvSpPr>
        <p:spPr>
          <a:xfrm>
            <a:off x="0" y="0"/>
            <a:ext cx="12192840" cy="6857640"/>
          </a:xfrm>
          <a:prstGeom prst="rect">
            <a:avLst/>
          </a:prstGeom>
          <a:noFill/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Rounded Rectangle 3"/>
          <p:cNvSpPr/>
          <p:nvPr/>
        </p:nvSpPr>
        <p:spPr>
          <a:xfrm>
            <a:off x="1828800" y="1371600"/>
            <a:ext cx="8504640" cy="374868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4"/>
          <p:cNvSpPr/>
          <p:nvPr/>
        </p:nvSpPr>
        <p:spPr>
          <a:xfrm>
            <a:off x="4283280" y="1828800"/>
            <a:ext cx="3594960" cy="6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4C65C"/>
                </a:solidFill>
                <a:effectLst/>
                <a:uFillTx/>
                <a:latin typeface="Calibri"/>
              </a:rPr>
              <a:t>ЗАКЛЯТИЕ СНЯТО!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5"/>
          <p:cNvSpPr/>
          <p:nvPr/>
        </p:nvSpPr>
        <p:spPr>
          <a:xfrm>
            <a:off x="2718720" y="2743200"/>
            <a:ext cx="663264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Ты собрал все реликвии и вернул свет зачарованному лесу.</a:t>
            </a:r>
            <a:br>
              <a:rPr sz="2000"/>
            </a:br>
            <a:r>
              <a:rPr lang="en-US" sz="20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Настоящий искатель приключений!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2026-10-29T19:06:53Z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