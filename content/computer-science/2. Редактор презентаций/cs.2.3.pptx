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F9649-F5AC-4F15-AC48-7AF3E5B621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F75A26-8820-4694-A5D9-253FD29D5E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14BEC0-05D0-4BD1-9DC0-5719E09E15C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" Target="slide5.xml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" Target="slide9.xml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>
            <a:hlinkClick r:id="" action="ppaction://hlinkshowjump?jump=nextslide"/>
          </p:cNvPr>
          <p:cNvSpPr/>
          <p:nvPr/>
        </p:nvSpPr>
        <p:spPr>
          <a:xfrm>
            <a:off x="3240000" y="4680000"/>
            <a:ext cx="3600000" cy="720000"/>
          </a:xfrm>
          <a:prstGeom prst="roundRect">
            <a:avLst>
              <a:gd name="adj" fmla="val 16667"/>
            </a:avLst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>
            <a:hlinkClick r:id="" action="ppaction://hlinkshowjump?jump=nextslide"/>
          </p:cNvPr>
          <p:cNvSpPr/>
          <p:nvPr/>
        </p:nvSpPr>
        <p:spPr>
          <a:xfrm>
            <a:off x="6120000" y="4500000"/>
            <a:ext cx="1080000" cy="900000"/>
          </a:xfrm>
          <a:custGeom>
            <a:avLst/>
            <a:gdLst>
              <a:gd name="textAreaLeft" fmla="*/ 0 w 1080000"/>
              <a:gd name="textAreaRight" fmla="*/ 1080360 w 1080000"/>
              <a:gd name="textAreaTop" fmla="*/ 0 h 900000"/>
              <a:gd name="textAreaBottom" fmla="*/ 900360 h 90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>
            <a:hlinkClick r:id="" action="ppaction://hlinkshowjump?jump=nextslide"/>
          </p:cNvPr>
          <p:cNvSpPr/>
          <p:nvPr/>
        </p:nvSpPr>
        <p:spPr>
          <a:xfrm>
            <a:off x="5760000" y="4680000"/>
            <a:ext cx="1260000" cy="540000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>
            <a:hlinkClick r:id="rId2" action="ppaction://hlinksldjump"/>
          </p:cNvPr>
          <p:cNvSpPr/>
          <p:nvPr/>
        </p:nvSpPr>
        <p:spPr>
          <a:xfrm flipH="1">
            <a:off x="3060000" y="4680000"/>
            <a:ext cx="1260000" cy="540000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>
            <a:hlinkClick r:id="" action="ppaction://hlinkshowjump?jump=previousslide"/>
          </p:cNvPr>
          <p:cNvSpPr/>
          <p:nvPr/>
        </p:nvSpPr>
        <p:spPr>
          <a:xfrm>
            <a:off x="6120000" y="4500000"/>
            <a:ext cx="1080000" cy="900000"/>
          </a:xfrm>
          <a:custGeom>
            <a:avLst/>
            <a:gdLst>
              <a:gd name="textAreaLeft" fmla="*/ 0 w 1080000"/>
              <a:gd name="textAreaRight" fmla="*/ 1080360 w 1080000"/>
              <a:gd name="textAreaTop" fmla="*/ 0 h 900000"/>
              <a:gd name="textAreaBottom" fmla="*/ 900360 h 90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>
            <a:hlinkClick r:id="" action="ppaction://hlinkshowjump?jump=nextslide"/>
          </p:cNvPr>
          <p:cNvSpPr/>
          <p:nvPr/>
        </p:nvSpPr>
        <p:spPr>
          <a:xfrm flipH="1">
            <a:off x="5760000" y="4680000"/>
            <a:ext cx="1260000" cy="540000"/>
          </a:xfrm>
          <a:prstGeom prst="leftArrow">
            <a:avLst>
              <a:gd name="adj1" fmla="val 50000"/>
              <a:gd name="adj2" fmla="val 58333"/>
            </a:avLst>
          </a:pr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>
            <a:hlinkClick r:id="" action="ppaction://hlinkshowjump?jump=nextslide"/>
          </p:cNvPr>
          <p:cNvSpPr/>
          <p:nvPr/>
        </p:nvSpPr>
        <p:spPr>
          <a:xfrm flipH="1">
            <a:off x="5760000" y="4680000"/>
            <a:ext cx="1260000" cy="540000"/>
          </a:xfrm>
          <a:prstGeom prst="leftArrow">
            <a:avLst>
              <a:gd name="adj1" fmla="val 50000"/>
              <a:gd name="adj2" fmla="val 58333"/>
            </a:avLst>
          </a:pr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>
            <a:hlinkClick r:id="rId2" action="ppaction://hlinksldjump"/>
          </p:cNvPr>
          <p:cNvSpPr/>
          <p:nvPr/>
        </p:nvSpPr>
        <p:spPr>
          <a:xfrm flipH="1">
            <a:off x="5760000" y="4680000"/>
            <a:ext cx="1260000" cy="540000"/>
          </a:xfrm>
          <a:prstGeom prst="leftArrow">
            <a:avLst>
              <a:gd name="adj1" fmla="val 50000"/>
              <a:gd name="adj2" fmla="val 58333"/>
            </a:avLst>
          </a:pr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>
            <a:hlinkClick r:id="" action="ppaction://hlinkshowjump?jump=nextslide"/>
          </p:cNvPr>
          <p:cNvSpPr/>
          <p:nvPr/>
        </p:nvSpPr>
        <p:spPr>
          <a:xfrm>
            <a:off x="3780000" y="4500000"/>
            <a:ext cx="720000" cy="5400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>
            <a:hlinkClick r:id="" action="ppaction://hlinkshowjump?jump=previousslide"/>
          </p:cNvPr>
          <p:cNvSpPr/>
          <p:nvPr/>
        </p:nvSpPr>
        <p:spPr>
          <a:xfrm>
            <a:off x="6120000" y="4500000"/>
            <a:ext cx="1080000" cy="900000"/>
          </a:xfrm>
          <a:custGeom>
            <a:avLst/>
            <a:gdLst>
              <a:gd name="textAreaLeft" fmla="*/ 0 w 1080000"/>
              <a:gd name="textAreaRight" fmla="*/ 1080360 w 1080000"/>
              <a:gd name="textAreaTop" fmla="*/ 0 h 900000"/>
              <a:gd name="textAreaBottom" fmla="*/ 900360 h 90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>
            <a:hlinkClick r:id="" action="ppaction://hlinkshowjump?jump=nextslide"/>
          </p:cNvPr>
          <p:cNvSpPr/>
          <p:nvPr/>
        </p:nvSpPr>
        <p:spPr>
          <a:xfrm>
            <a:off x="3780000" y="4500000"/>
            <a:ext cx="720000" cy="5400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6B47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2026-10-30T14:14:14Z</dcterms:created>
  <dc:creator/>
  <dc:description/>
  <dc:language>ru-RU</dc:language>
  <cp:lastModifiedBy/>
  <dcterms:modified xsi:type="dcterms:W3CDTF">2026-10-30T14:36:39Z</dcterms:modified>
  <cp:revision>1</cp:revision>
  <dc:subject/>
  <dc:title/>
</cp:coreProperties>
</file>