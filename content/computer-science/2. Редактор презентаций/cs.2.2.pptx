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7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loop="1"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F7B8DF-524E-4843-B366-155C81DFA6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5DFA4C-87C9-4305-AC7A-55CB104720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4CE4554-60BA-4FBC-B78A-644C949966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B90314D-C9F0-4D19-AB5E-E8EAC2C995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DD01BAC-D0D3-4A89-8A40-EADA97E75B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30B8F56-DA6B-4901-986E-DE5815AB2C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97B3656-E8D2-44D0-8792-9688BF3AB2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CB121FA-03AD-48B9-94E1-7AD7F3B57E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9DEFA86-3C4E-4077-9FD9-8373DAE5A1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95E9B5F4-080E-48B9-9C04-8557ADCF3A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312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5C22AF-1610-45C1-B9A1-40936DEB9D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0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30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FBEF5D-3635-458E-8D94-3646AFFF19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630120" y="274680"/>
            <a:ext cx="205740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2028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B07FF4-DF8B-49C6-B35E-3518642BC7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0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303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F9CE00-2B3D-4E00-A11D-2FC660AC6A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312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312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399C38-21E6-4EC7-85E7-3A60F91C84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0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48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48680" y="1600200"/>
            <a:ext cx="403848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17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18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B71D11-1187-41AE-B6CA-236CED77AA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0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4028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4028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645440" y="1535040"/>
            <a:ext cx="40417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645440" y="2174760"/>
            <a:ext cx="40417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0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sldNum" idx="21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0BE879-4347-4622-8CC9-E9276C8ED4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3032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23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24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452F65-AD8E-4F39-BB6B-CA227EFA35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ftr" idx="26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27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274904-E4C5-45F1-AACC-302625D82C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816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3575520" y="272880"/>
            <a:ext cx="511200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41"/>
              </a:spcBef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641"/>
              </a:spcBef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816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29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0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A94875-792E-4741-8A60-A23DDE82EB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76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76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spcBef>
                <a:spcPts val="281"/>
              </a:spcBef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0" algn="l" defTabSz="457200">
              <a:spcBef>
                <a:spcPts val="28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76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ftr" idx="32"/>
          </p:nvPr>
        </p:nvSpPr>
        <p:spPr>
          <a:xfrm>
            <a:off x="312444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sldNum" idx="33"/>
          </p:nvPr>
        </p:nvSpPr>
        <p:spPr>
          <a:xfrm>
            <a:off x="6553800" y="6356520"/>
            <a:ext cx="2133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396718-26FE-4DCB-9897-AE85D27144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" Target="slide5.xml"/><Relationship Id="rId3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" Target="slide5.xml"/><Relationship Id="rId3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2"/>
          <p:cNvSpPr/>
          <p:nvPr/>
        </p:nvSpPr>
        <p:spPr>
          <a:xfrm>
            <a:off x="0" y="0"/>
            <a:ext cx="12192840" cy="6857640"/>
          </a:xfrm>
          <a:prstGeom prst="rect">
            <a:avLst/>
          </a:prstGeom>
          <a:noFill/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4304160" y="892440"/>
            <a:ext cx="34358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4C65C"/>
                </a:solidFill>
                <a:effectLst/>
                <a:uFillTx/>
                <a:latin typeface="Calibri"/>
              </a:rPr>
              <a:t>СБОРЫ В ПОПЫХАХ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4140000" y="1521000"/>
            <a:ext cx="38790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Сюжетная игра «Поиск предметов»</a:t>
            </a:r>
            <a:br>
              <a:rPr sz="1800"/>
            </a:br>
            <a:r>
              <a:rPr lang="en-US" sz="1800" b="0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Найди фыв, что бы поехать в колледж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">
            <a:hlinkClick r:id="" action="ppaction://hlinkshowjump?jump=nextslide"/>
          </p:cNvPr>
          <p:cNvSpPr/>
          <p:nvPr/>
        </p:nvSpPr>
        <p:spPr>
          <a:xfrm>
            <a:off x="3240000" y="2340000"/>
            <a:ext cx="5760000" cy="2160000"/>
          </a:xfrm>
          <a:prstGeom prst="ellipse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advTm="0" p14:dur="3000"/>
    </mc:Choice>
    <mc:Fallback>
      <p:transition spd="slow" advTm="0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ounded Rectangle 2"/>
          <p:cNvSpPr/>
          <p:nvPr/>
        </p:nvSpPr>
        <p:spPr>
          <a:xfrm>
            <a:off x="228600" y="228600"/>
            <a:ext cx="4663800" cy="117000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438840" y="338400"/>
            <a:ext cx="109260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473760" y="380880"/>
            <a:ext cx="42062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alibri"/>
              </a:rPr>
              <a:t>Возьмите куртку</a:t>
            </a:r>
            <a:endParaRPr lang="ru-RU" sz="4000" b="1" u="none" strike="noStrike">
              <a:ln>
                <a:solidFill>
                  <a:srgbClr val="000000"/>
                </a:solidFill>
              </a:ln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5"/>
          <p:cNvSpPr/>
          <p:nvPr/>
        </p:nvSpPr>
        <p:spPr>
          <a:xfrm>
            <a:off x="8733240" y="255960"/>
            <a:ext cx="3154680" cy="91404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ACE8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8916120" y="347400"/>
            <a:ext cx="27889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ACE8C4"/>
                </a:solidFill>
                <a:effectLst/>
                <a:uFillTx/>
                <a:latin typeface="Calibri"/>
              </a:rPr>
              <a:t> 🧥 - ВЗЯТЬ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CE8C4"/>
                </a:solidFill>
                <a:effectLst/>
                <a:uFillTx/>
                <a:latin typeface="Calibri"/>
              </a:rPr>
              <a:t>🎒 - ВЗЯТЬ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7"/>
          <p:cNvSpPr/>
          <p:nvPr/>
        </p:nvSpPr>
        <p:spPr>
          <a:xfrm>
            <a:off x="4206600" y="6199560"/>
            <a:ext cx="3749040" cy="38376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8"/>
          <p:cNvSpPr/>
          <p:nvPr/>
        </p:nvSpPr>
        <p:spPr>
          <a:xfrm>
            <a:off x="5035320" y="6236280"/>
            <a:ext cx="2091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Нажми на найденный предмет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9">
            <a:hlinkClick r:id="rId2" action="ppaction://hlinksldjump"/>
          </p:cNvPr>
          <p:cNvSpPr/>
          <p:nvPr/>
        </p:nvSpPr>
        <p:spPr>
          <a:xfrm>
            <a:off x="2788920" y="3291840"/>
            <a:ext cx="594000" cy="566640"/>
          </a:xfrm>
          <a:prstGeom prst="rect">
            <a:avLst/>
          </a:prstGeom>
          <a:noFill/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ounded Rectangle 4"/>
          <p:cNvSpPr/>
          <p:nvPr/>
        </p:nvSpPr>
        <p:spPr>
          <a:xfrm>
            <a:off x="228600" y="228600"/>
            <a:ext cx="4663800" cy="117000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9"/>
          <p:cNvSpPr/>
          <p:nvPr/>
        </p:nvSpPr>
        <p:spPr>
          <a:xfrm>
            <a:off x="438840" y="338400"/>
            <a:ext cx="109260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293760" y="380880"/>
            <a:ext cx="492624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alibri"/>
              </a:rPr>
              <a:t>Возьмите портфель</a:t>
            </a:r>
            <a:endParaRPr lang="ru-R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6"/>
          <p:cNvSpPr/>
          <p:nvPr/>
        </p:nvSpPr>
        <p:spPr>
          <a:xfrm>
            <a:off x="8733240" y="255960"/>
            <a:ext cx="3154680" cy="91404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ACE8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11"/>
          <p:cNvSpPr/>
          <p:nvPr/>
        </p:nvSpPr>
        <p:spPr>
          <a:xfrm>
            <a:off x="8916120" y="347400"/>
            <a:ext cx="27889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ACE8C4"/>
                </a:solidFill>
                <a:effectLst/>
                <a:uFillTx/>
                <a:latin typeface="Calibri"/>
              </a:rPr>
              <a:t> 🧥 КУРТКА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CE8C4"/>
                </a:solidFill>
                <a:effectLst/>
                <a:uFillTx/>
                <a:latin typeface="Calibri"/>
              </a:rPr>
              <a:t>🎒 - ВЗЯТЬ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8"/>
          <p:cNvSpPr/>
          <p:nvPr/>
        </p:nvSpPr>
        <p:spPr>
          <a:xfrm>
            <a:off x="4206600" y="6199560"/>
            <a:ext cx="3749040" cy="38376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12"/>
          <p:cNvSpPr/>
          <p:nvPr/>
        </p:nvSpPr>
        <p:spPr>
          <a:xfrm>
            <a:off x="5035320" y="6236280"/>
            <a:ext cx="2091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Нажми на найденный предмет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3">
            <a:hlinkClick r:id="" action="ppaction://noaction"/>
          </p:cNvPr>
          <p:cNvSpPr/>
          <p:nvPr/>
        </p:nvSpPr>
        <p:spPr>
          <a:xfrm>
            <a:off x="2788920" y="3291840"/>
            <a:ext cx="594000" cy="566640"/>
          </a:xfrm>
          <a:prstGeom prst="rect">
            <a:avLst/>
          </a:prstGeom>
          <a:noFill/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ounded Rectangle 9"/>
          <p:cNvSpPr/>
          <p:nvPr/>
        </p:nvSpPr>
        <p:spPr>
          <a:xfrm>
            <a:off x="228600" y="228600"/>
            <a:ext cx="4663800" cy="117000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3"/>
          <p:cNvSpPr/>
          <p:nvPr/>
        </p:nvSpPr>
        <p:spPr>
          <a:xfrm>
            <a:off x="438840" y="338400"/>
            <a:ext cx="109260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4"/>
          <p:cNvSpPr/>
          <p:nvPr/>
        </p:nvSpPr>
        <p:spPr>
          <a:xfrm>
            <a:off x="438840" y="380160"/>
            <a:ext cx="420624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FillTx/>
                <a:latin typeface="Calibri"/>
              </a:rPr>
              <a:t>Уходите в школу</a:t>
            </a:r>
            <a:endParaRPr lang="ru-R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10"/>
          <p:cNvSpPr/>
          <p:nvPr/>
        </p:nvSpPr>
        <p:spPr>
          <a:xfrm>
            <a:off x="8733240" y="255960"/>
            <a:ext cx="3154680" cy="91404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ACE8C4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5"/>
          <p:cNvSpPr/>
          <p:nvPr/>
        </p:nvSpPr>
        <p:spPr>
          <a:xfrm>
            <a:off x="8916120" y="347400"/>
            <a:ext cx="278892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1" u="none" strike="noStrike">
                <a:solidFill>
                  <a:srgbClr val="ACE8C4"/>
                </a:solidFill>
                <a:effectLst/>
                <a:uFillTx/>
                <a:latin typeface="Calibri"/>
              </a:rPr>
              <a:t> 🧥 КУРТКА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CE8C4"/>
                </a:solidFill>
                <a:effectLst/>
                <a:uFillTx/>
                <a:latin typeface="Calibri"/>
              </a:rPr>
              <a:t>🎒 ПОРТФЕЛЬ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11"/>
          <p:cNvSpPr/>
          <p:nvPr/>
        </p:nvSpPr>
        <p:spPr>
          <a:xfrm>
            <a:off x="4206600" y="6199560"/>
            <a:ext cx="3749040" cy="383760"/>
          </a:xfrm>
          <a:prstGeom prst="roundRect">
            <a:avLst>
              <a:gd name="adj" fmla="val 16667"/>
            </a:avLst>
          </a:prstGeom>
          <a:noFill/>
          <a:ln w="17640">
            <a:solidFill>
              <a:srgbClr val="F4C65C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6"/>
          <p:cNvSpPr/>
          <p:nvPr/>
        </p:nvSpPr>
        <p:spPr>
          <a:xfrm>
            <a:off x="5035320" y="6236280"/>
            <a:ext cx="20912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7E1"/>
                </a:solidFill>
                <a:effectLst/>
                <a:uFillTx/>
                <a:latin typeface="Calibri"/>
              </a:rPr>
              <a:t>Нажми на найденный предмет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4">
            <a:hlinkClick r:id="rId2" action="ppaction://hlinksldjump"/>
          </p:cNvPr>
          <p:cNvSpPr/>
          <p:nvPr/>
        </p:nvSpPr>
        <p:spPr>
          <a:xfrm>
            <a:off x="2788920" y="3291840"/>
            <a:ext cx="594000" cy="566640"/>
          </a:xfrm>
          <a:prstGeom prst="rect">
            <a:avLst/>
          </a:prstGeom>
          <a:noFill/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>
            <a:hlinkClick r:id="" action="ppaction://hlinkshowjump?jump=firstslide"/>
          </p:cNvPr>
          <p:cNvSpPr/>
          <p:nvPr/>
        </p:nvSpPr>
        <p:spPr>
          <a:xfrm>
            <a:off x="4680000" y="3600000"/>
            <a:ext cx="2880000" cy="1620000"/>
          </a:xfrm>
          <a:prstGeom prst="ellipse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2026-10-30T13:52:42Z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