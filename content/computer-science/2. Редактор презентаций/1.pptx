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86C437-15D2-4D09-A1F6-5C9C242DEA5F}" v="94" dt="2026-10-20T18:58:06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862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23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461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31561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60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616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690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83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913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73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698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43557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4929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758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202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609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30569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92931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943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4108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0045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09546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40063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810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11818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6618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7219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663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3419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B4319B1-2C4F-654A-D687-1191890ED5CA}"/>
              </a:ext>
            </a:extLst>
          </p:cNvPr>
          <p:cNvSpPr txBox="1"/>
          <p:nvPr/>
        </p:nvSpPr>
        <p:spPr>
          <a:xfrm>
            <a:off x="726097" y="1093700"/>
            <a:ext cx="46397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/>
              <a:t>Танков Павел Витальевич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26C9A90C-D3DA-0BE5-CF1C-89CF6DFF8A4E}"/>
              </a:ext>
            </a:extLst>
          </p:cNvPr>
          <p:cNvCxnSpPr/>
          <p:nvPr/>
        </p:nvCxnSpPr>
        <p:spPr>
          <a:xfrm flipV="1">
            <a:off x="684835" y="1659038"/>
            <a:ext cx="4350151" cy="2893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 descr="Изображение выглядит как текст, мускул, Грудь, С оголенным торсо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8CB91B-87A0-845F-BE82-9BE4423FE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592" y="1052513"/>
            <a:ext cx="3333750" cy="47529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9A515D-2DBD-16A2-3058-49717FAEE1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13CBD9-A69A-C73E-C131-EA1531CFA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8BD64-0774-4D17-A421-909B53BC6D08}" type="datetime1"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A4B475-0822-806E-0E95-A9696A9B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F32E7F-8E80-ED71-FF4B-6F0FED9E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2</a:t>
            </a:fld>
            <a:endParaRPr lang="ru-RU"/>
          </a:p>
        </p:txBody>
      </p:sp>
      <p:pic>
        <p:nvPicPr>
          <p:cNvPr id="7" name="Presentation 2.pptx — Zen Browser 2026-10-20 21-54-05">
            <a:hlinkClick r:id="" action="ppaction://media"/>
            <a:extLst>
              <a:ext uri="{FF2B5EF4-FFF2-40B4-BE49-F238E27FC236}">
                <a16:creationId xmlns:a16="http://schemas.microsoft.com/office/drawing/2014/main" id="{BA19D831-14FF-0625-018C-71DE5A2FF25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0400" y="1083733"/>
            <a:ext cx="10862733" cy="50376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70845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Dark gradient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Dark gradien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6C0E157E-BBF9-45FB-91B2-9EEA263F6260}" vid="{4AA688F4-4384-4824-9BC0-914EFB7BEE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Dark gradient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</cp:revision>
  <dcterms:created xsi:type="dcterms:W3CDTF">2026-10-20T18:03:05Z</dcterms:created>
  <dcterms:modified xsi:type="dcterms:W3CDTF">2026-10-20T18:58:34Z</dcterms:modified>
</cp:coreProperties>
</file>