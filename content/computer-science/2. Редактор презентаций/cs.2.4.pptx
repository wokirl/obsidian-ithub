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перемещения страницы щёлкните мышью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7C184AD-E15A-45B4-91AD-EB19BE0B870C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Настройка анимации: выделить красный, жёлтый и зелёный круги по очереди. Добавить эффекты «Мигание» или «Изменение цвета». Для каждого задать автоматический запуск «После предыдущего», длительность около 0,5–1 с. Повторять цикл автоматически.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90BA6EA-ABB2-42A0-82BA-B2757D54A71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Настройка анимации: для минутной и часовой стрелки добавить эффект «Вращение». В параметрах эффектов установить время полного оборота. Запуск «С предыдущим» для одновременного движения.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F808CE6-A539-4A03-936E-D87165AD338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Настройка анимации: добавить машинам эффект «Пути перемещения» (Линии). В конечной точке первой прямой добавить эффект «Изменение масштаба» или «Поворот» для имитации разворота, затем путь назад.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964F958-D791-489B-B279-B02097974AE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Настройка анимации: рыбам задать пользовательские пути перемещения «Синусоида» или «Линии». Водорослям добавить эффект «Качание». Пузырькам — путь вверх с эффектом плавного исчезновения.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F3FF6C9-0FDB-4C92-B443-FE71078571E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E4DF8E-470C-4170-BF0A-41649DBD1BB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E074C22-1DAD-4CCE-994F-89B2D6BA447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F42646-199F-40EB-ADAD-A036D8B359E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5D46DC8-1CF7-4074-B699-F40211C05B3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DA7FDAB-DC89-452A-8961-DC3B8422690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840068-A0F5-4554-B426-29A74FB7910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987A75-44C9-47A8-9F9E-F2794B4C5FC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6152CD9-E81E-4651-AEB7-26B2C7766F6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CA74D2-C886-4590-85C9-6A82708BA32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EB6DCC-74F4-4381-827B-2B1149567AE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ECC471D-60F3-440C-9EE3-C2AD222B5DF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502920" y="255960"/>
            <a:ext cx="111553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9BACB"/>
                </a:solidFill>
                <a:effectLst/>
                <a:uFillTx/>
                <a:latin typeface="Aptos"/>
              </a:rPr>
              <a:t>ПРАКТИЧЕСКАЯ РАБОТА №4  /  АНИМАЦИЯ     •     01/04</a:t>
            </a:r>
            <a:endParaRPr lang="ru-RU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502920" y="658440"/>
            <a:ext cx="11155320" cy="46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900" b="1" u="none" strike="noStrike">
                <a:solidFill>
                  <a:srgbClr val="F7FAFC"/>
                </a:solidFill>
                <a:effectLst/>
                <a:uFillTx/>
                <a:latin typeface="Aptos"/>
              </a:rPr>
              <a:t>Светофор</a:t>
            </a:r>
            <a:endParaRPr lang="ru-RU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530280" y="1225440"/>
            <a:ext cx="10972440" cy="2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9BACB"/>
                </a:solidFill>
                <a:effectLst/>
                <a:uFillTx/>
                <a:latin typeface="Aptos"/>
              </a:rPr>
              <a:t>Переключение сигналов: красный → жёлтый → зелёный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4"/>
          <p:cNvSpPr/>
          <p:nvPr/>
        </p:nvSpPr>
        <p:spPr>
          <a:xfrm>
            <a:off x="0" y="5715000"/>
            <a:ext cx="12191400" cy="1142640"/>
          </a:xfrm>
          <a:prstGeom prst="rect">
            <a:avLst/>
          </a:prstGeom>
          <a:solidFill>
            <a:srgbClr val="0B1B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Rectangle 5"/>
          <p:cNvSpPr/>
          <p:nvPr/>
        </p:nvSpPr>
        <p:spPr>
          <a:xfrm>
            <a:off x="365760" y="6236280"/>
            <a:ext cx="914040" cy="63720"/>
          </a:xfrm>
          <a:prstGeom prst="rect">
            <a:avLst/>
          </a:prstGeom>
          <a:solidFill>
            <a:srgbClr val="D7E1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Rectangle 6"/>
          <p:cNvSpPr/>
          <p:nvPr/>
        </p:nvSpPr>
        <p:spPr>
          <a:xfrm>
            <a:off x="2011680" y="6236280"/>
            <a:ext cx="914040" cy="63720"/>
          </a:xfrm>
          <a:prstGeom prst="rect">
            <a:avLst/>
          </a:prstGeom>
          <a:solidFill>
            <a:srgbClr val="D7E1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Rectangle 7"/>
          <p:cNvSpPr/>
          <p:nvPr/>
        </p:nvSpPr>
        <p:spPr>
          <a:xfrm>
            <a:off x="3657600" y="6236280"/>
            <a:ext cx="914040" cy="63720"/>
          </a:xfrm>
          <a:prstGeom prst="rect">
            <a:avLst/>
          </a:prstGeom>
          <a:solidFill>
            <a:srgbClr val="D7E1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Rectangle 8"/>
          <p:cNvSpPr/>
          <p:nvPr/>
        </p:nvSpPr>
        <p:spPr>
          <a:xfrm>
            <a:off x="5303520" y="6236280"/>
            <a:ext cx="914040" cy="63720"/>
          </a:xfrm>
          <a:prstGeom prst="rect">
            <a:avLst/>
          </a:prstGeom>
          <a:solidFill>
            <a:srgbClr val="D7E1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Rectangle 9"/>
          <p:cNvSpPr/>
          <p:nvPr/>
        </p:nvSpPr>
        <p:spPr>
          <a:xfrm>
            <a:off x="6949440" y="6236280"/>
            <a:ext cx="914040" cy="63720"/>
          </a:xfrm>
          <a:prstGeom prst="rect">
            <a:avLst/>
          </a:prstGeom>
          <a:solidFill>
            <a:srgbClr val="D7E1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Rectangle 10"/>
          <p:cNvSpPr/>
          <p:nvPr/>
        </p:nvSpPr>
        <p:spPr>
          <a:xfrm>
            <a:off x="8595360" y="6236280"/>
            <a:ext cx="914040" cy="63720"/>
          </a:xfrm>
          <a:prstGeom prst="rect">
            <a:avLst/>
          </a:prstGeom>
          <a:solidFill>
            <a:srgbClr val="D7E1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Rectangle 11"/>
          <p:cNvSpPr/>
          <p:nvPr/>
        </p:nvSpPr>
        <p:spPr>
          <a:xfrm>
            <a:off x="10241280" y="6236280"/>
            <a:ext cx="914040" cy="63720"/>
          </a:xfrm>
          <a:prstGeom prst="rect">
            <a:avLst/>
          </a:prstGeom>
          <a:solidFill>
            <a:srgbClr val="D7E1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Rectangle 12"/>
          <p:cNvSpPr/>
          <p:nvPr/>
        </p:nvSpPr>
        <p:spPr>
          <a:xfrm>
            <a:off x="5623560" y="3886200"/>
            <a:ext cx="200880" cy="1828440"/>
          </a:xfrm>
          <a:prstGeom prst="rect">
            <a:avLst/>
          </a:prstGeom>
          <a:solidFill>
            <a:srgbClr val="7186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Rounded Rectangle 13"/>
          <p:cNvSpPr/>
          <p:nvPr/>
        </p:nvSpPr>
        <p:spPr>
          <a:xfrm>
            <a:off x="4800600" y="1828800"/>
            <a:ext cx="1874160" cy="2880000"/>
          </a:xfrm>
          <a:prstGeom prst="roundRect">
            <a:avLst>
              <a:gd name="adj" fmla="val 16667"/>
            </a:avLst>
          </a:prstGeom>
          <a:solidFill>
            <a:srgbClr val="26384C"/>
          </a:solidFill>
          <a:ln w="19050">
            <a:solidFill>
              <a:srgbClr val="60768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Oval 14"/>
          <p:cNvSpPr/>
          <p:nvPr/>
        </p:nvSpPr>
        <p:spPr>
          <a:xfrm>
            <a:off x="5230440" y="2212920"/>
            <a:ext cx="895680" cy="712800"/>
          </a:xfrm>
          <a:prstGeom prst="ellipse">
            <a:avLst/>
          </a:prstGeom>
          <a:solidFill>
            <a:srgbClr val="111D2A"/>
          </a:solidFill>
          <a:ln w="19050">
            <a:solidFill>
              <a:srgbClr val="51647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Oval 15"/>
          <p:cNvSpPr/>
          <p:nvPr/>
        </p:nvSpPr>
        <p:spPr>
          <a:xfrm>
            <a:off x="5367600" y="2304360"/>
            <a:ext cx="621360" cy="529920"/>
          </a:xfrm>
          <a:prstGeom prst="ellipse">
            <a:avLst/>
          </a:prstGeom>
          <a:solidFill>
            <a:srgbClr val="EF476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Oval 17"/>
          <p:cNvSpPr/>
          <p:nvPr/>
        </p:nvSpPr>
        <p:spPr>
          <a:xfrm>
            <a:off x="5230440" y="3054240"/>
            <a:ext cx="895680" cy="712800"/>
          </a:xfrm>
          <a:prstGeom prst="ellipse">
            <a:avLst/>
          </a:prstGeom>
          <a:solidFill>
            <a:srgbClr val="111D2A"/>
          </a:solidFill>
          <a:ln w="19050">
            <a:solidFill>
              <a:srgbClr val="51647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Oval 18"/>
          <p:cNvSpPr/>
          <p:nvPr/>
        </p:nvSpPr>
        <p:spPr>
          <a:xfrm>
            <a:off x="5367600" y="3145680"/>
            <a:ext cx="621360" cy="529920"/>
          </a:xfrm>
          <a:prstGeom prst="ellipse">
            <a:avLst/>
          </a:prstGeom>
          <a:solidFill>
            <a:srgbClr val="FFD1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Oval 20"/>
          <p:cNvSpPr/>
          <p:nvPr/>
        </p:nvSpPr>
        <p:spPr>
          <a:xfrm>
            <a:off x="5230440" y="3895200"/>
            <a:ext cx="895680" cy="712800"/>
          </a:xfrm>
          <a:prstGeom prst="ellipse">
            <a:avLst/>
          </a:prstGeom>
          <a:solidFill>
            <a:srgbClr val="111D2A"/>
          </a:solidFill>
          <a:ln w="19050">
            <a:solidFill>
              <a:srgbClr val="51647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Oval 21"/>
          <p:cNvSpPr/>
          <p:nvPr/>
        </p:nvSpPr>
        <p:spPr>
          <a:xfrm>
            <a:off x="5367600" y="3986640"/>
            <a:ext cx="621360" cy="529920"/>
          </a:xfrm>
          <a:prstGeom prst="ellipse">
            <a:avLst/>
          </a:prstGeom>
          <a:solidFill>
            <a:srgbClr val="43C7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Rounded Rectangle 23"/>
          <p:cNvSpPr/>
          <p:nvPr/>
        </p:nvSpPr>
        <p:spPr>
          <a:xfrm>
            <a:off x="7360920" y="1938600"/>
            <a:ext cx="3428640" cy="2605680"/>
          </a:xfrm>
          <a:prstGeom prst="roundRect">
            <a:avLst>
              <a:gd name="adj" fmla="val 16667"/>
            </a:avLst>
          </a:prstGeom>
          <a:solidFill>
            <a:srgbClr val="1B34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24"/>
          <p:cNvSpPr/>
          <p:nvPr/>
        </p:nvSpPr>
        <p:spPr>
          <a:xfrm>
            <a:off x="7662600" y="2267640"/>
            <a:ext cx="283428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7FAFC"/>
                </a:solidFill>
                <a:effectLst/>
                <a:uFillTx/>
                <a:latin typeface="Aptos"/>
              </a:rPr>
              <a:t>ЦИКЛ СИГНАЛОВ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Oval 25"/>
          <p:cNvSpPr/>
          <p:nvPr/>
        </p:nvSpPr>
        <p:spPr>
          <a:xfrm>
            <a:off x="7699320" y="2816280"/>
            <a:ext cx="228240" cy="228240"/>
          </a:xfrm>
          <a:prstGeom prst="ellipse">
            <a:avLst/>
          </a:prstGeom>
          <a:solidFill>
            <a:srgbClr val="EF476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26"/>
          <p:cNvSpPr/>
          <p:nvPr/>
        </p:nvSpPr>
        <p:spPr>
          <a:xfrm>
            <a:off x="8092440" y="2807280"/>
            <a:ext cx="210276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7FAFC"/>
                </a:solidFill>
                <a:effectLst/>
                <a:uFillTx/>
                <a:latin typeface="Aptos"/>
              </a:rPr>
              <a:t>СТОЙ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Oval 27"/>
          <p:cNvSpPr/>
          <p:nvPr/>
        </p:nvSpPr>
        <p:spPr>
          <a:xfrm>
            <a:off x="7699320" y="3300840"/>
            <a:ext cx="228240" cy="228240"/>
          </a:xfrm>
          <a:prstGeom prst="ellipse">
            <a:avLst/>
          </a:prstGeom>
          <a:solidFill>
            <a:srgbClr val="FFD1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28"/>
          <p:cNvSpPr/>
          <p:nvPr/>
        </p:nvSpPr>
        <p:spPr>
          <a:xfrm>
            <a:off x="8092440" y="3291840"/>
            <a:ext cx="210276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7FAFC"/>
                </a:solidFill>
                <a:effectLst/>
                <a:uFillTx/>
                <a:latin typeface="Aptos"/>
              </a:rPr>
              <a:t>ВНИМАНИЕ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Oval 29"/>
          <p:cNvSpPr/>
          <p:nvPr/>
        </p:nvSpPr>
        <p:spPr>
          <a:xfrm>
            <a:off x="7699320" y="3785760"/>
            <a:ext cx="228240" cy="228240"/>
          </a:xfrm>
          <a:prstGeom prst="ellipse">
            <a:avLst/>
          </a:prstGeom>
          <a:solidFill>
            <a:srgbClr val="43C7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30"/>
          <p:cNvSpPr/>
          <p:nvPr/>
        </p:nvSpPr>
        <p:spPr>
          <a:xfrm>
            <a:off x="8092440" y="3776400"/>
            <a:ext cx="210276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7FAFC"/>
                </a:solidFill>
                <a:effectLst/>
                <a:uFillTx/>
                <a:latin typeface="Aptos"/>
              </a:rPr>
              <a:t>ИДИ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31"/>
          <p:cNvSpPr/>
          <p:nvPr/>
        </p:nvSpPr>
        <p:spPr>
          <a:xfrm>
            <a:off x="7406640" y="4800600"/>
            <a:ext cx="3428640" cy="328680"/>
          </a:xfrm>
          <a:prstGeom prst="roundRect">
            <a:avLst>
              <a:gd name="adj" fmla="val 16667"/>
            </a:avLst>
          </a:prstGeom>
          <a:solidFill>
            <a:srgbClr val="FFD1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32"/>
          <p:cNvSpPr/>
          <p:nvPr/>
        </p:nvSpPr>
        <p:spPr>
          <a:xfrm>
            <a:off x="7479720" y="4851000"/>
            <a:ext cx="32824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B1727"/>
                </a:solidFill>
                <a:effectLst/>
                <a:uFillTx/>
                <a:latin typeface="Aptos"/>
              </a:rPr>
              <a:t>АВТОЗАПУСК • МИГАНИЕ / СМЕНА ЦВЕТА</a:t>
            </a:r>
            <a:endParaRPr lang="ru-RU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33"/>
          <p:cNvSpPr/>
          <p:nvPr/>
        </p:nvSpPr>
        <p:spPr>
          <a:xfrm>
            <a:off x="685800" y="4800600"/>
            <a:ext cx="3657240" cy="3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9BACB"/>
                </a:solidFill>
                <a:effectLst/>
                <a:uFillTx/>
                <a:latin typeface="Aptos"/>
              </a:rPr>
              <a:t>Подсказка: в режиме показа сигналы должны сменяться автоматически.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1" presetClass="entr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1" presetClass="entr" fill="remove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1" presetClass="entr" fill="remove" nodeType="afterEffect" repeatCount="1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1"/>
          <p:cNvSpPr/>
          <p:nvPr/>
        </p:nvSpPr>
        <p:spPr>
          <a:xfrm>
            <a:off x="502920" y="255960"/>
            <a:ext cx="111553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9BACB"/>
                </a:solidFill>
                <a:effectLst/>
                <a:uFillTx/>
                <a:latin typeface="Aptos"/>
              </a:rPr>
              <a:t>ПРАКТИЧЕСКАЯ РАБОТА №4  /  АНИМАЦИЯ     •     02/04</a:t>
            </a:r>
            <a:endParaRPr lang="ru-RU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2"/>
          <p:cNvSpPr/>
          <p:nvPr/>
        </p:nvSpPr>
        <p:spPr>
          <a:xfrm>
            <a:off x="502920" y="658440"/>
            <a:ext cx="11155320" cy="46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900" b="1" u="none" strike="noStrike">
                <a:solidFill>
                  <a:srgbClr val="F7FAFC"/>
                </a:solidFill>
                <a:effectLst/>
                <a:uFillTx/>
                <a:latin typeface="Aptos"/>
              </a:rPr>
              <a:t>Часы</a:t>
            </a:r>
            <a:endParaRPr lang="ru-RU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3"/>
          <p:cNvSpPr/>
          <p:nvPr/>
        </p:nvSpPr>
        <p:spPr>
          <a:xfrm>
            <a:off x="530280" y="1225440"/>
            <a:ext cx="10972440" cy="2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9BACB"/>
                </a:solidFill>
                <a:effectLst/>
                <a:uFillTx/>
                <a:latin typeface="Aptos"/>
              </a:rPr>
              <a:t>Вращение стрелок вокруг центральной оси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Oval 4"/>
          <p:cNvSpPr/>
          <p:nvPr/>
        </p:nvSpPr>
        <p:spPr>
          <a:xfrm>
            <a:off x="3246120" y="1783080"/>
            <a:ext cx="3977280" cy="3977280"/>
          </a:xfrm>
          <a:prstGeom prst="ellipse">
            <a:avLst/>
          </a:prstGeom>
          <a:solidFill>
            <a:srgbClr val="F4F1E8"/>
          </a:solidFill>
          <a:ln w="19050">
            <a:solidFill>
              <a:srgbClr val="D6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Oval 5"/>
          <p:cNvSpPr/>
          <p:nvPr/>
        </p:nvSpPr>
        <p:spPr>
          <a:xfrm>
            <a:off x="3456360" y="1993320"/>
            <a:ext cx="3556800" cy="3556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8D2D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02" name="Connector 6"/>
          <p:cNvCxnSpPr/>
          <p:nvPr/>
        </p:nvCxnSpPr>
        <p:spPr>
          <a:xfrm flipV="1">
            <a:off x="5234760" y="2134800"/>
            <a:ext cx="360" cy="155880"/>
          </a:xfrm>
          <a:prstGeom prst="straightConnector1">
            <a:avLst/>
          </a:prstGeom>
          <a:ln w="38100">
            <a:solidFill>
              <a:srgbClr val="16283D"/>
            </a:solidFill>
            <a:round/>
          </a:ln>
        </p:spPr>
      </p:cxnSp>
      <p:cxnSp>
        <p:nvCxnSpPr>
          <p:cNvPr id="103" name="Connector 7"/>
          <p:cNvCxnSpPr/>
          <p:nvPr/>
        </p:nvCxnSpPr>
        <p:spPr>
          <a:xfrm flipV="1">
            <a:off x="5975280" y="2354400"/>
            <a:ext cx="78120" cy="134640"/>
          </a:xfrm>
          <a:prstGeom prst="straightConnector1">
            <a:avLst/>
          </a:prstGeom>
          <a:ln w="38100">
            <a:solidFill>
              <a:srgbClr val="16283D"/>
            </a:solidFill>
            <a:round/>
          </a:ln>
        </p:spPr>
      </p:cxnSp>
      <p:cxnSp>
        <p:nvCxnSpPr>
          <p:cNvPr id="104" name="Connector 8"/>
          <p:cNvCxnSpPr/>
          <p:nvPr/>
        </p:nvCxnSpPr>
        <p:spPr>
          <a:xfrm flipV="1">
            <a:off x="6517800" y="2953440"/>
            <a:ext cx="134640" cy="78120"/>
          </a:xfrm>
          <a:prstGeom prst="straightConnector1">
            <a:avLst/>
          </a:prstGeom>
          <a:ln w="38100">
            <a:solidFill>
              <a:srgbClr val="16283D"/>
            </a:solidFill>
            <a:round/>
          </a:ln>
        </p:spPr>
      </p:cxnSp>
      <p:cxnSp>
        <p:nvCxnSpPr>
          <p:cNvPr id="105" name="Connector 9"/>
          <p:cNvCxnSpPr/>
          <p:nvPr/>
        </p:nvCxnSpPr>
        <p:spPr>
          <a:xfrm>
            <a:off x="6716160" y="3771720"/>
            <a:ext cx="155880" cy="360"/>
          </a:xfrm>
          <a:prstGeom prst="straightConnector1">
            <a:avLst/>
          </a:prstGeom>
          <a:ln w="38100">
            <a:solidFill>
              <a:srgbClr val="16283D"/>
            </a:solidFill>
            <a:round/>
          </a:ln>
        </p:spPr>
      </p:cxnSp>
      <p:cxnSp>
        <p:nvCxnSpPr>
          <p:cNvPr id="106" name="Connector 10"/>
          <p:cNvCxnSpPr/>
          <p:nvPr/>
        </p:nvCxnSpPr>
        <p:spPr>
          <a:xfrm>
            <a:off x="6517800" y="4512240"/>
            <a:ext cx="134640" cy="78120"/>
          </a:xfrm>
          <a:prstGeom prst="straightConnector1">
            <a:avLst/>
          </a:prstGeom>
          <a:ln w="38100">
            <a:solidFill>
              <a:srgbClr val="16283D"/>
            </a:solidFill>
            <a:round/>
          </a:ln>
        </p:spPr>
      </p:cxnSp>
      <p:cxnSp>
        <p:nvCxnSpPr>
          <p:cNvPr id="107" name="Connector 11"/>
          <p:cNvCxnSpPr/>
          <p:nvPr/>
        </p:nvCxnSpPr>
        <p:spPr>
          <a:xfrm>
            <a:off x="5975280" y="5054760"/>
            <a:ext cx="78120" cy="134640"/>
          </a:xfrm>
          <a:prstGeom prst="straightConnector1">
            <a:avLst/>
          </a:prstGeom>
          <a:ln w="38100">
            <a:solidFill>
              <a:srgbClr val="16283D"/>
            </a:solidFill>
            <a:round/>
          </a:ln>
        </p:spPr>
      </p:cxnSp>
      <p:cxnSp>
        <p:nvCxnSpPr>
          <p:cNvPr id="108" name="Connector 12"/>
          <p:cNvCxnSpPr/>
          <p:nvPr/>
        </p:nvCxnSpPr>
        <p:spPr>
          <a:xfrm>
            <a:off x="5234760" y="5253120"/>
            <a:ext cx="360" cy="155880"/>
          </a:xfrm>
          <a:prstGeom prst="straightConnector1">
            <a:avLst/>
          </a:prstGeom>
          <a:ln w="38100">
            <a:solidFill>
              <a:srgbClr val="16283D"/>
            </a:solidFill>
            <a:round/>
          </a:ln>
        </p:spPr>
      </p:cxnSp>
      <p:cxnSp>
        <p:nvCxnSpPr>
          <p:cNvPr id="109" name="Connector 13"/>
          <p:cNvCxnSpPr/>
          <p:nvPr/>
        </p:nvCxnSpPr>
        <p:spPr>
          <a:xfrm flipH="1">
            <a:off x="4416480" y="5054760"/>
            <a:ext cx="78120" cy="134640"/>
          </a:xfrm>
          <a:prstGeom prst="straightConnector1">
            <a:avLst/>
          </a:prstGeom>
          <a:ln w="38100">
            <a:solidFill>
              <a:srgbClr val="16283D"/>
            </a:solidFill>
            <a:round/>
          </a:ln>
        </p:spPr>
      </p:cxnSp>
      <p:cxnSp>
        <p:nvCxnSpPr>
          <p:cNvPr id="110" name="Connector 14"/>
          <p:cNvCxnSpPr/>
          <p:nvPr/>
        </p:nvCxnSpPr>
        <p:spPr>
          <a:xfrm flipH="1">
            <a:off x="3817440" y="4512240"/>
            <a:ext cx="134640" cy="78120"/>
          </a:xfrm>
          <a:prstGeom prst="straightConnector1">
            <a:avLst/>
          </a:prstGeom>
          <a:ln w="38100">
            <a:solidFill>
              <a:srgbClr val="16283D"/>
            </a:solidFill>
            <a:round/>
          </a:ln>
        </p:spPr>
      </p:cxnSp>
      <p:cxnSp>
        <p:nvCxnSpPr>
          <p:cNvPr id="111" name="Connector 15"/>
          <p:cNvCxnSpPr/>
          <p:nvPr/>
        </p:nvCxnSpPr>
        <p:spPr>
          <a:xfrm flipH="1">
            <a:off x="3597840" y="3771720"/>
            <a:ext cx="155880" cy="360"/>
          </a:xfrm>
          <a:prstGeom prst="straightConnector1">
            <a:avLst/>
          </a:prstGeom>
          <a:ln w="38100">
            <a:solidFill>
              <a:srgbClr val="16283D"/>
            </a:solidFill>
            <a:round/>
          </a:ln>
        </p:spPr>
      </p:cxnSp>
      <p:cxnSp>
        <p:nvCxnSpPr>
          <p:cNvPr id="112" name="Connector 16"/>
          <p:cNvCxnSpPr/>
          <p:nvPr/>
        </p:nvCxnSpPr>
        <p:spPr>
          <a:xfrm flipH="1" flipV="1">
            <a:off x="3817440" y="2953440"/>
            <a:ext cx="134640" cy="78120"/>
          </a:xfrm>
          <a:prstGeom prst="straightConnector1">
            <a:avLst/>
          </a:prstGeom>
          <a:ln w="38100">
            <a:solidFill>
              <a:srgbClr val="16283D"/>
            </a:solidFill>
            <a:round/>
          </a:ln>
        </p:spPr>
      </p:cxnSp>
      <p:cxnSp>
        <p:nvCxnSpPr>
          <p:cNvPr id="113" name="Connector 17"/>
          <p:cNvCxnSpPr/>
          <p:nvPr/>
        </p:nvCxnSpPr>
        <p:spPr>
          <a:xfrm flipH="1" flipV="1">
            <a:off x="4416480" y="2354400"/>
            <a:ext cx="78120" cy="134640"/>
          </a:xfrm>
          <a:prstGeom prst="straightConnector1">
            <a:avLst/>
          </a:prstGeom>
          <a:ln w="38100">
            <a:solidFill>
              <a:srgbClr val="16283D"/>
            </a:solidFill>
            <a:round/>
          </a:ln>
        </p:spPr>
      </p:cxnSp>
      <p:sp>
        <p:nvSpPr>
          <p:cNvPr id="114" name="TextBox 18"/>
          <p:cNvSpPr/>
          <p:nvPr/>
        </p:nvSpPr>
        <p:spPr>
          <a:xfrm>
            <a:off x="5710320" y="2548800"/>
            <a:ext cx="29232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6283D"/>
                </a:solidFill>
                <a:effectLst/>
                <a:uFillTx/>
                <a:latin typeface="Aptos"/>
              </a:rPr>
              <a:t>1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19"/>
          <p:cNvSpPr/>
          <p:nvPr/>
        </p:nvSpPr>
        <p:spPr>
          <a:xfrm>
            <a:off x="6165720" y="3003840"/>
            <a:ext cx="29232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6283D"/>
                </a:solidFill>
                <a:effectLst/>
                <a:uFillTx/>
                <a:latin typeface="Aptos"/>
              </a:rPr>
              <a:t>2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20"/>
          <p:cNvSpPr/>
          <p:nvPr/>
        </p:nvSpPr>
        <p:spPr>
          <a:xfrm>
            <a:off x="6332400" y="3625560"/>
            <a:ext cx="29232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6283D"/>
                </a:solidFill>
                <a:effectLst/>
                <a:uFillTx/>
                <a:latin typeface="Aptos"/>
              </a:rPr>
              <a:t>3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21"/>
          <p:cNvSpPr/>
          <p:nvPr/>
        </p:nvSpPr>
        <p:spPr>
          <a:xfrm>
            <a:off x="6165720" y="4247280"/>
            <a:ext cx="29232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6283D"/>
                </a:solidFill>
                <a:effectLst/>
                <a:uFillTx/>
                <a:latin typeface="Aptos"/>
              </a:rPr>
              <a:t>4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22"/>
          <p:cNvSpPr/>
          <p:nvPr/>
        </p:nvSpPr>
        <p:spPr>
          <a:xfrm>
            <a:off x="5710320" y="4702680"/>
            <a:ext cx="29232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6283D"/>
                </a:solidFill>
                <a:effectLst/>
                <a:uFillTx/>
                <a:latin typeface="Aptos"/>
              </a:rPr>
              <a:t>5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23"/>
          <p:cNvSpPr/>
          <p:nvPr/>
        </p:nvSpPr>
        <p:spPr>
          <a:xfrm>
            <a:off x="5088600" y="4869360"/>
            <a:ext cx="29232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6283D"/>
                </a:solidFill>
                <a:effectLst/>
                <a:uFillTx/>
                <a:latin typeface="Aptos"/>
              </a:rPr>
              <a:t>6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24"/>
          <p:cNvSpPr/>
          <p:nvPr/>
        </p:nvSpPr>
        <p:spPr>
          <a:xfrm>
            <a:off x="4466880" y="4702680"/>
            <a:ext cx="29232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6283D"/>
                </a:solidFill>
                <a:effectLst/>
                <a:uFillTx/>
                <a:latin typeface="Aptos"/>
              </a:rPr>
              <a:t>7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25"/>
          <p:cNvSpPr/>
          <p:nvPr/>
        </p:nvSpPr>
        <p:spPr>
          <a:xfrm>
            <a:off x="4011840" y="4247280"/>
            <a:ext cx="29232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6283D"/>
                </a:solidFill>
                <a:effectLst/>
                <a:uFillTx/>
                <a:latin typeface="Aptos"/>
              </a:rPr>
              <a:t>8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26"/>
          <p:cNvSpPr/>
          <p:nvPr/>
        </p:nvSpPr>
        <p:spPr>
          <a:xfrm>
            <a:off x="3845160" y="3625560"/>
            <a:ext cx="29232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6283D"/>
                </a:solidFill>
                <a:effectLst/>
                <a:uFillTx/>
                <a:latin typeface="Aptos"/>
              </a:rPr>
              <a:t>9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27"/>
          <p:cNvSpPr/>
          <p:nvPr/>
        </p:nvSpPr>
        <p:spPr>
          <a:xfrm>
            <a:off x="4011840" y="3003840"/>
            <a:ext cx="29232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6283D"/>
                </a:solidFill>
                <a:effectLst/>
                <a:uFillTx/>
                <a:latin typeface="Aptos"/>
              </a:rPr>
              <a:t>10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28"/>
          <p:cNvSpPr/>
          <p:nvPr/>
        </p:nvSpPr>
        <p:spPr>
          <a:xfrm>
            <a:off x="4466880" y="2548800"/>
            <a:ext cx="29232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6283D"/>
                </a:solidFill>
                <a:effectLst/>
                <a:uFillTx/>
                <a:latin typeface="Aptos"/>
              </a:rPr>
              <a:t>11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29"/>
          <p:cNvSpPr/>
          <p:nvPr/>
        </p:nvSpPr>
        <p:spPr>
          <a:xfrm>
            <a:off x="5088600" y="2382120"/>
            <a:ext cx="29232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6283D"/>
                </a:solidFill>
                <a:effectLst/>
                <a:uFillTx/>
                <a:latin typeface="Aptos"/>
              </a:rPr>
              <a:t>12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Rounded Rectangle 33"/>
          <p:cNvSpPr/>
          <p:nvPr/>
        </p:nvSpPr>
        <p:spPr>
          <a:xfrm>
            <a:off x="7818120" y="2148840"/>
            <a:ext cx="3154320" cy="2239920"/>
          </a:xfrm>
          <a:prstGeom prst="roundRect">
            <a:avLst>
              <a:gd name="adj" fmla="val 16667"/>
            </a:avLst>
          </a:prstGeom>
          <a:solidFill>
            <a:srgbClr val="203E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34"/>
          <p:cNvSpPr/>
          <p:nvPr/>
        </p:nvSpPr>
        <p:spPr>
          <a:xfrm>
            <a:off x="8092440" y="2468880"/>
            <a:ext cx="265140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Aptos"/>
              </a:rPr>
              <a:t>МЕХАНИКА ДВИЖЕНИЯ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35"/>
          <p:cNvSpPr/>
          <p:nvPr/>
        </p:nvSpPr>
        <p:spPr>
          <a:xfrm>
            <a:off x="8119800" y="2971800"/>
            <a:ext cx="2514240" cy="101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r>
              <a:rPr lang="en-US" sz="1300" b="0" u="none" strike="noStrike">
                <a:solidFill>
                  <a:srgbClr val="DCE8EF"/>
                </a:solidFill>
                <a:effectLst/>
                <a:uFillTx/>
                <a:latin typeface="Aptos"/>
              </a:rPr>
              <a:t>• Часовая стрелка — медленнее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DCE8EF"/>
                </a:solidFill>
                <a:effectLst/>
                <a:uFillTx/>
                <a:latin typeface="Aptos"/>
              </a:rPr>
              <a:t>• Минутная — быстрее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DCE8EF"/>
                </a:solidFill>
                <a:effectLst/>
                <a:uFillTx/>
                <a:latin typeface="Aptos"/>
              </a:rPr>
              <a:t>• Центр вращения — ось часов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Rounded Rectangle 36"/>
          <p:cNvSpPr/>
          <p:nvPr/>
        </p:nvSpPr>
        <p:spPr>
          <a:xfrm>
            <a:off x="7909560" y="4709160"/>
            <a:ext cx="2742840" cy="328680"/>
          </a:xfrm>
          <a:prstGeom prst="roundRect">
            <a:avLst>
              <a:gd name="adj" fmla="val 16667"/>
            </a:avLst>
          </a:prstGeom>
          <a:solidFill>
            <a:srgbClr val="19B7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37"/>
          <p:cNvSpPr/>
          <p:nvPr/>
        </p:nvSpPr>
        <p:spPr>
          <a:xfrm>
            <a:off x="7982640" y="4759560"/>
            <a:ext cx="25966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B1727"/>
                </a:solidFill>
                <a:effectLst/>
                <a:uFillTx/>
                <a:latin typeface="Aptos"/>
              </a:rPr>
              <a:t>АНИМАЦИЯ: ВРАЩЕНИЕ</a:t>
            </a:r>
            <a:endParaRPr lang="ru-RU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31" name=""/>
          <p:cNvGrpSpPr/>
          <p:nvPr/>
        </p:nvGrpSpPr>
        <p:grpSpPr>
          <a:xfrm>
            <a:off x="5220000" y="2880000"/>
            <a:ext cx="0" cy="1620000"/>
            <a:chOff x="5220000" y="2880000"/>
            <a:chExt cx="0" cy="1620000"/>
          </a:xfrm>
        </p:grpSpPr>
        <p:cxnSp>
          <p:nvCxnSpPr>
            <p:cNvPr id="132" name="Connector 30"/>
            <p:cNvCxnSpPr/>
            <p:nvPr/>
          </p:nvCxnSpPr>
          <p:spPr>
            <a:xfrm flipV="1">
              <a:off x="5220000" y="2880000"/>
              <a:ext cx="360" cy="825840"/>
            </a:xfrm>
            <a:prstGeom prst="straightConnector1">
              <a:avLst/>
            </a:prstGeom>
            <a:ln w="101600">
              <a:solidFill>
                <a:srgbClr val="18324A"/>
              </a:solidFill>
              <a:round/>
            </a:ln>
          </p:spPr>
        </p:cxnSp>
        <p:cxnSp>
          <p:nvCxnSpPr>
            <p:cNvPr id="133" name="Connector 1"/>
            <p:cNvCxnSpPr/>
            <p:nvPr/>
          </p:nvCxnSpPr>
          <p:spPr>
            <a:xfrm flipV="1">
              <a:off x="5220000" y="3674520"/>
              <a:ext cx="360" cy="825840"/>
            </a:xfrm>
            <a:prstGeom prst="straightConnector1">
              <a:avLst/>
            </a:prstGeom>
            <a:ln w="101600">
              <a:noFill/>
            </a:ln>
          </p:spPr>
        </p:cxnSp>
      </p:grpSp>
      <p:grpSp>
        <p:nvGrpSpPr>
          <p:cNvPr id="134" name=""/>
          <p:cNvGrpSpPr/>
          <p:nvPr/>
        </p:nvGrpSpPr>
        <p:grpSpPr>
          <a:xfrm>
            <a:off x="4140000" y="3274200"/>
            <a:ext cx="2217600" cy="975240"/>
            <a:chOff x="4140000" y="3274200"/>
            <a:chExt cx="2217600" cy="975240"/>
          </a:xfrm>
        </p:grpSpPr>
        <p:cxnSp>
          <p:nvCxnSpPr>
            <p:cNvPr id="135" name="Connector 2"/>
            <p:cNvCxnSpPr/>
            <p:nvPr/>
          </p:nvCxnSpPr>
          <p:spPr>
            <a:xfrm flipH="1">
              <a:off x="4140000" y="3777120"/>
              <a:ext cx="1102320" cy="472680"/>
            </a:xfrm>
            <a:prstGeom prst="straightConnector1">
              <a:avLst/>
            </a:prstGeom>
            <a:ln w="63500">
              <a:noFill/>
            </a:ln>
          </p:spPr>
        </p:cxnSp>
        <p:cxnSp>
          <p:nvCxnSpPr>
            <p:cNvPr id="136" name="Connector 31"/>
            <p:cNvCxnSpPr/>
            <p:nvPr/>
          </p:nvCxnSpPr>
          <p:spPr>
            <a:xfrm flipV="1">
              <a:off x="5241960" y="3274200"/>
              <a:ext cx="1116000" cy="503280"/>
            </a:xfrm>
            <a:prstGeom prst="straightConnector1">
              <a:avLst/>
            </a:prstGeom>
            <a:ln w="63500">
              <a:solidFill>
                <a:srgbClr val="19B7A5"/>
              </a:solidFill>
              <a:round/>
            </a:ln>
          </p:spPr>
        </p:cxnSp>
      </p:grpSp>
      <p:sp>
        <p:nvSpPr>
          <p:cNvPr id="137" name="Oval 32"/>
          <p:cNvSpPr/>
          <p:nvPr/>
        </p:nvSpPr>
        <p:spPr>
          <a:xfrm>
            <a:off x="5125320" y="3662280"/>
            <a:ext cx="219240" cy="219240"/>
          </a:xfrm>
          <a:prstGeom prst="ellipse">
            <a:avLst/>
          </a:prstGeom>
          <a:solidFill>
            <a:srgbClr val="FFD1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" dur="indefinite" restart="never" nodeType="tmRoot">
          <p:childTnLst>
            <p:seq>
              <p:cTn id="14" dur="indefinite" nodeType="mainSeq"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120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fill="hold" nodeType="withEffect" repeatCount="indefinite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12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"/>
          <p:cNvSpPr/>
          <p:nvPr/>
        </p:nvSpPr>
        <p:spPr>
          <a:xfrm>
            <a:off x="502920" y="255960"/>
            <a:ext cx="111553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9BACB"/>
                </a:solidFill>
                <a:effectLst/>
                <a:uFillTx/>
                <a:latin typeface="Aptos"/>
              </a:rPr>
              <a:t>ПРАКТИЧЕСКАЯ РАБОТА №4  /  АНИМАЦИЯ     •     03/04</a:t>
            </a:r>
            <a:endParaRPr lang="ru-RU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2"/>
          <p:cNvSpPr/>
          <p:nvPr/>
        </p:nvSpPr>
        <p:spPr>
          <a:xfrm>
            <a:off x="502920" y="658440"/>
            <a:ext cx="11155320" cy="46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900" b="1" u="none" strike="noStrike">
                <a:solidFill>
                  <a:srgbClr val="F7FAFC"/>
                </a:solidFill>
                <a:effectLst/>
                <a:uFillTx/>
                <a:latin typeface="Aptos"/>
              </a:rPr>
              <a:t>Дорога с двумя полосами</a:t>
            </a:r>
            <a:endParaRPr lang="ru-RU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3"/>
          <p:cNvSpPr/>
          <p:nvPr/>
        </p:nvSpPr>
        <p:spPr>
          <a:xfrm>
            <a:off x="530280" y="1225440"/>
            <a:ext cx="10972440" cy="2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9BACB"/>
                </a:solidFill>
                <a:effectLst/>
                <a:uFillTx/>
                <a:latin typeface="Aptos"/>
              </a:rPr>
              <a:t>Две машины движутся навстречу, разворачиваются и возвращаются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Rounded Rectangle 4"/>
          <p:cNvSpPr/>
          <p:nvPr/>
        </p:nvSpPr>
        <p:spPr>
          <a:xfrm>
            <a:off x="594360" y="1874520"/>
            <a:ext cx="10972440" cy="3794400"/>
          </a:xfrm>
          <a:prstGeom prst="roundRect">
            <a:avLst>
              <a:gd name="adj" fmla="val 16667"/>
            </a:avLst>
          </a:prstGeom>
          <a:solidFill>
            <a:srgbClr val="3546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42" name="Connector 5"/>
          <p:cNvCxnSpPr/>
          <p:nvPr/>
        </p:nvCxnSpPr>
        <p:spPr>
          <a:xfrm>
            <a:off x="822960" y="3767040"/>
            <a:ext cx="10515960" cy="360"/>
          </a:xfrm>
          <a:prstGeom prst="straightConnector1">
            <a:avLst/>
          </a:prstGeom>
          <a:ln w="38100">
            <a:solidFill>
              <a:srgbClr val="E8EDF1"/>
            </a:solidFill>
            <a:round/>
          </a:ln>
        </p:spPr>
      </p:cxnSp>
      <p:sp>
        <p:nvSpPr>
          <p:cNvPr id="143" name="Rectangle 6"/>
          <p:cNvSpPr/>
          <p:nvPr/>
        </p:nvSpPr>
        <p:spPr>
          <a:xfrm>
            <a:off x="1097280" y="3721680"/>
            <a:ext cx="959760" cy="91080"/>
          </a:xfrm>
          <a:prstGeom prst="rect">
            <a:avLst/>
          </a:prstGeom>
          <a:solidFill>
            <a:srgbClr val="F6F1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Rectangle 7"/>
          <p:cNvSpPr/>
          <p:nvPr/>
        </p:nvSpPr>
        <p:spPr>
          <a:xfrm>
            <a:off x="2834640" y="3721680"/>
            <a:ext cx="959760" cy="91080"/>
          </a:xfrm>
          <a:prstGeom prst="rect">
            <a:avLst/>
          </a:prstGeom>
          <a:solidFill>
            <a:srgbClr val="F6F1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Rectangle 8"/>
          <p:cNvSpPr/>
          <p:nvPr/>
        </p:nvSpPr>
        <p:spPr>
          <a:xfrm>
            <a:off x="4572000" y="3721680"/>
            <a:ext cx="959760" cy="91080"/>
          </a:xfrm>
          <a:prstGeom prst="rect">
            <a:avLst/>
          </a:prstGeom>
          <a:solidFill>
            <a:srgbClr val="F6F1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Rectangle 9"/>
          <p:cNvSpPr/>
          <p:nvPr/>
        </p:nvSpPr>
        <p:spPr>
          <a:xfrm>
            <a:off x="6309360" y="3721680"/>
            <a:ext cx="959760" cy="91080"/>
          </a:xfrm>
          <a:prstGeom prst="rect">
            <a:avLst/>
          </a:prstGeom>
          <a:solidFill>
            <a:srgbClr val="F6F1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Rectangle 10"/>
          <p:cNvSpPr/>
          <p:nvPr/>
        </p:nvSpPr>
        <p:spPr>
          <a:xfrm>
            <a:off x="8046720" y="3721680"/>
            <a:ext cx="959760" cy="91080"/>
          </a:xfrm>
          <a:prstGeom prst="rect">
            <a:avLst/>
          </a:prstGeom>
          <a:solidFill>
            <a:srgbClr val="F6F1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Rectangle 11"/>
          <p:cNvSpPr/>
          <p:nvPr/>
        </p:nvSpPr>
        <p:spPr>
          <a:xfrm>
            <a:off x="9784080" y="3721680"/>
            <a:ext cx="959760" cy="91080"/>
          </a:xfrm>
          <a:prstGeom prst="rect">
            <a:avLst/>
          </a:prstGeom>
          <a:solidFill>
            <a:srgbClr val="F6F1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149" name=""/>
          <p:cNvGrpSpPr/>
          <p:nvPr/>
        </p:nvGrpSpPr>
        <p:grpSpPr>
          <a:xfrm>
            <a:off x="1105920" y="2520000"/>
            <a:ext cx="1234080" cy="676080"/>
            <a:chOff x="1105920" y="2520000"/>
            <a:chExt cx="1234080" cy="676080"/>
          </a:xfrm>
        </p:grpSpPr>
        <p:sp>
          <p:nvSpPr>
            <p:cNvPr id="150" name="Rounded Rectangle 12"/>
            <p:cNvSpPr/>
            <p:nvPr/>
          </p:nvSpPr>
          <p:spPr>
            <a:xfrm>
              <a:off x="1105920" y="2593080"/>
              <a:ext cx="1234080" cy="529920"/>
            </a:xfrm>
            <a:prstGeom prst="roundRect">
              <a:avLst>
                <a:gd name="adj" fmla="val 16667"/>
              </a:avLst>
            </a:prstGeom>
            <a:solidFill>
              <a:srgbClr val="EF476F"/>
            </a:solidFill>
            <a:ln w="19050">
              <a:solidFill>
                <a:srgbClr val="F5F7FA"/>
              </a:solidFill>
              <a:round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51" name="Rounded Rectangle 13"/>
            <p:cNvSpPr/>
            <p:nvPr/>
          </p:nvSpPr>
          <p:spPr>
            <a:xfrm>
              <a:off x="1270440" y="2520000"/>
              <a:ext cx="200880" cy="164160"/>
            </a:xfrm>
            <a:prstGeom prst="roundRect">
              <a:avLst>
                <a:gd name="adj" fmla="val 16667"/>
              </a:avLst>
            </a:prstGeom>
            <a:solidFill>
              <a:srgbClr val="111820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52" name="Rounded Rectangle 14"/>
            <p:cNvSpPr/>
            <p:nvPr/>
          </p:nvSpPr>
          <p:spPr>
            <a:xfrm>
              <a:off x="1270440" y="3031920"/>
              <a:ext cx="200880" cy="164160"/>
            </a:xfrm>
            <a:prstGeom prst="roundRect">
              <a:avLst>
                <a:gd name="adj" fmla="val 16667"/>
              </a:avLst>
            </a:prstGeom>
            <a:solidFill>
              <a:srgbClr val="111820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53" name="Rounded Rectangle 15"/>
            <p:cNvSpPr/>
            <p:nvPr/>
          </p:nvSpPr>
          <p:spPr>
            <a:xfrm>
              <a:off x="2038680" y="2520000"/>
              <a:ext cx="200880" cy="164160"/>
            </a:xfrm>
            <a:prstGeom prst="roundRect">
              <a:avLst>
                <a:gd name="adj" fmla="val 16667"/>
              </a:avLst>
            </a:prstGeom>
            <a:solidFill>
              <a:srgbClr val="111820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54" name="Rounded Rectangle 16"/>
            <p:cNvSpPr/>
            <p:nvPr/>
          </p:nvSpPr>
          <p:spPr>
            <a:xfrm>
              <a:off x="2038680" y="3031920"/>
              <a:ext cx="200880" cy="164160"/>
            </a:xfrm>
            <a:prstGeom prst="roundRect">
              <a:avLst>
                <a:gd name="adj" fmla="val 16667"/>
              </a:avLst>
            </a:prstGeom>
            <a:solidFill>
              <a:srgbClr val="111820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55" name="Rounded Rectangle 17"/>
            <p:cNvSpPr/>
            <p:nvPr/>
          </p:nvSpPr>
          <p:spPr>
            <a:xfrm>
              <a:off x="1490040" y="2675520"/>
              <a:ext cx="456840" cy="365400"/>
            </a:xfrm>
            <a:prstGeom prst="roundRect">
              <a:avLst>
                <a:gd name="adj" fmla="val 16667"/>
              </a:avLst>
            </a:prstGeom>
            <a:solidFill>
              <a:srgbClr val="C9E4F4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56" name="Rectangle 18"/>
            <p:cNvSpPr/>
            <p:nvPr/>
          </p:nvSpPr>
          <p:spPr>
            <a:xfrm>
              <a:off x="2093400" y="2702880"/>
              <a:ext cx="109440" cy="91080"/>
            </a:xfrm>
            <a:prstGeom prst="rect">
              <a:avLst/>
            </a:prstGeom>
            <a:solidFill>
              <a:srgbClr val="FFF1B8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57" name="Rectangle 19"/>
            <p:cNvSpPr/>
            <p:nvPr/>
          </p:nvSpPr>
          <p:spPr>
            <a:xfrm>
              <a:off x="2093400" y="2922120"/>
              <a:ext cx="109440" cy="91080"/>
            </a:xfrm>
            <a:prstGeom prst="rect">
              <a:avLst/>
            </a:prstGeom>
            <a:solidFill>
              <a:srgbClr val="FFF1B8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58" name=""/>
          <p:cNvGrpSpPr/>
          <p:nvPr/>
        </p:nvGrpSpPr>
        <p:grpSpPr>
          <a:xfrm>
            <a:off x="9900000" y="4140000"/>
            <a:ext cx="1234080" cy="676080"/>
            <a:chOff x="9900000" y="4140000"/>
            <a:chExt cx="1234080" cy="676080"/>
          </a:xfrm>
        </p:grpSpPr>
        <p:sp>
          <p:nvSpPr>
            <p:cNvPr id="159" name="Rounded Rectangle 20"/>
            <p:cNvSpPr/>
            <p:nvPr/>
          </p:nvSpPr>
          <p:spPr>
            <a:xfrm>
              <a:off x="9900000" y="4213080"/>
              <a:ext cx="1234080" cy="529920"/>
            </a:xfrm>
            <a:prstGeom prst="roundRect">
              <a:avLst>
                <a:gd name="adj" fmla="val 16667"/>
              </a:avLst>
            </a:prstGeom>
            <a:solidFill>
              <a:srgbClr val="4DA3FF"/>
            </a:solidFill>
            <a:ln w="19050">
              <a:solidFill>
                <a:srgbClr val="F5F7FA"/>
              </a:solidFill>
              <a:round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0" name="Rounded Rectangle 21"/>
            <p:cNvSpPr/>
            <p:nvPr/>
          </p:nvSpPr>
          <p:spPr>
            <a:xfrm>
              <a:off x="10064520" y="4140000"/>
              <a:ext cx="200880" cy="164160"/>
            </a:xfrm>
            <a:prstGeom prst="roundRect">
              <a:avLst>
                <a:gd name="adj" fmla="val 16667"/>
              </a:avLst>
            </a:prstGeom>
            <a:solidFill>
              <a:srgbClr val="111820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1" name="Rounded Rectangle 22"/>
            <p:cNvSpPr/>
            <p:nvPr/>
          </p:nvSpPr>
          <p:spPr>
            <a:xfrm>
              <a:off x="10064520" y="4651920"/>
              <a:ext cx="200880" cy="164160"/>
            </a:xfrm>
            <a:prstGeom prst="roundRect">
              <a:avLst>
                <a:gd name="adj" fmla="val 16667"/>
              </a:avLst>
            </a:prstGeom>
            <a:solidFill>
              <a:srgbClr val="111820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2" name="Rounded Rectangle 23"/>
            <p:cNvSpPr/>
            <p:nvPr/>
          </p:nvSpPr>
          <p:spPr>
            <a:xfrm>
              <a:off x="10832760" y="4140000"/>
              <a:ext cx="200880" cy="164160"/>
            </a:xfrm>
            <a:prstGeom prst="roundRect">
              <a:avLst>
                <a:gd name="adj" fmla="val 16667"/>
              </a:avLst>
            </a:prstGeom>
            <a:solidFill>
              <a:srgbClr val="111820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3" name="Rounded Rectangle 24"/>
            <p:cNvSpPr/>
            <p:nvPr/>
          </p:nvSpPr>
          <p:spPr>
            <a:xfrm>
              <a:off x="10832760" y="4651920"/>
              <a:ext cx="200880" cy="164160"/>
            </a:xfrm>
            <a:prstGeom prst="roundRect">
              <a:avLst>
                <a:gd name="adj" fmla="val 16667"/>
              </a:avLst>
            </a:prstGeom>
            <a:solidFill>
              <a:srgbClr val="111820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4" name="Rounded Rectangle 25"/>
            <p:cNvSpPr/>
            <p:nvPr/>
          </p:nvSpPr>
          <p:spPr>
            <a:xfrm>
              <a:off x="10284120" y="4295520"/>
              <a:ext cx="456840" cy="365400"/>
            </a:xfrm>
            <a:prstGeom prst="roundRect">
              <a:avLst>
                <a:gd name="adj" fmla="val 16667"/>
              </a:avLst>
            </a:prstGeom>
            <a:solidFill>
              <a:srgbClr val="C9E4F4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5" name="Rectangle 26"/>
            <p:cNvSpPr/>
            <p:nvPr/>
          </p:nvSpPr>
          <p:spPr>
            <a:xfrm>
              <a:off x="10887480" y="4322880"/>
              <a:ext cx="109440" cy="91080"/>
            </a:xfrm>
            <a:prstGeom prst="rect">
              <a:avLst/>
            </a:prstGeom>
            <a:solidFill>
              <a:srgbClr val="FFF1B8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6" name="Rectangle 27"/>
            <p:cNvSpPr/>
            <p:nvPr/>
          </p:nvSpPr>
          <p:spPr>
            <a:xfrm>
              <a:off x="10887480" y="4542120"/>
              <a:ext cx="109440" cy="91080"/>
            </a:xfrm>
            <a:prstGeom prst="rect">
              <a:avLst/>
            </a:prstGeom>
            <a:solidFill>
              <a:srgbClr val="FFF1B8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67" name="Rounded Rectangle 34"/>
          <p:cNvSpPr/>
          <p:nvPr/>
        </p:nvSpPr>
        <p:spPr>
          <a:xfrm>
            <a:off x="4480560" y="5897880"/>
            <a:ext cx="2925720" cy="328680"/>
          </a:xfrm>
          <a:prstGeom prst="roundRect">
            <a:avLst>
              <a:gd name="adj" fmla="val 16667"/>
            </a:avLst>
          </a:prstGeom>
          <a:solidFill>
            <a:srgbClr val="FFD1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Box 35"/>
          <p:cNvSpPr/>
          <p:nvPr/>
        </p:nvSpPr>
        <p:spPr>
          <a:xfrm>
            <a:off x="4553640" y="5948280"/>
            <a:ext cx="27795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B1727"/>
                </a:solidFill>
                <a:effectLst/>
                <a:uFillTx/>
                <a:latin typeface="Aptos"/>
              </a:rPr>
              <a:t>ПУТЬ ПЕРЕМЕЩЕНИЯ</a:t>
            </a:r>
            <a:endParaRPr lang="ru-RU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36"/>
          <p:cNvSpPr/>
          <p:nvPr/>
        </p:nvSpPr>
        <p:spPr>
          <a:xfrm>
            <a:off x="914400" y="6327720"/>
            <a:ext cx="1033236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9BACB"/>
                </a:solidFill>
                <a:effectLst/>
                <a:uFillTx/>
                <a:latin typeface="Aptos"/>
              </a:rPr>
              <a:t>Сценарий: движение → разворот на своей полосе → движение обратно.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" dur="indefinite" restart="never" nodeType="tmRoot">
          <p:childTnLst>
            <p:seq>
              <p:cTn id="22" dur="indefinite" nodeType="mainSeq"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8979659133935 0.0129658792650919 C -0.177686406342004 0.010498687664042 -0.165364370885302 0.0119276827497365 -0.153127289913819 0.0117060367454069 C -0.139280888683256 0.0114552416812693 -0.125223448759028 0.013064672929457 -0.111376791985905 0.0117060367454069 C -0.0974038961141913 0.01033501396075 -0.0836423150772968 0.00996308485697685 -0.0696262940579908 0.00918635170603683 C -0.0580669535033471 0.00854576169839981 -0.0466755231932251 0.00722591334323721 -0.034989471233413 0.00792650918635179 C -0.0221587324863532 0.00869573067032196 -0.00915941208880451 0.00842517191707191 0.00371230879307119 0.00792650918635179 C 0.0179403356896507 0.00737530186837786 0.0321669904313474 0.00619370106867599 0.0464790460214618 0.00540682414698171 C 0.0617649600698442 0.00456640448008337 0.0770928842724202 0.00502958507384419 0.0923368444554688 0.00414698162729667 C 0.107918813762786 0.00324480793689771 0.123543949688822 0.00120976889300956 0.139168538885766 0.000314960629921339 C 0.154708621814612 -0.000575008023880319 0.170416713280227 0.000611760253794406 0.18604257662025 -0.000944881889763701 C 0.198871428925838 -0.00222288693292907 0.211788536067564 -0.00102884332286965 0.224744356646734 -0.00220472440944874 C 0.237236884494819 -0.00333855666116603 0.249853936029343 -0.00220472440944874 0.262429897372741 -0.00220472440944874 C 0.274624768978461 -0.00220472440944874 0.286861983888367 -0.00220472440944874 0.299056855494086 -0.00220472440944874 C 0.311590473533297 -0.00220472440944874 0.324208774243427 -0.0022557525297249 0.336742396220093 -0.00220472440944874 C 0.349995846601461 -0.00215076565264296 0.363208129431858 -0.00212022326324578 0.376502758851241 -0.000944881889763701 C 0.389333969023327 0.000189489871295669 0.402247888360615 -0.000224955186637784 0.415204538877725 0.000314960629921339 C 0.427442165953644 0.000824914063234655 0.439636622354232 0.00293908859850626 0.451831496999069 0.00283464566929142 C 0.464153395493936 0.00272911484509089 0.476094249371266 0.00403512323465509 0.4885007984246 0.00414698162729667 C 0.499383069323637 0.00424509701182656 0.510222923787383 0.00519603038353542 0.521105142648225 0.00540682414698171 C 0.534612667035119 0.00566847132912041 0.548289586064832 0.00567261288171085 0.561839401275662 0.00540682414698171 C 0.575050554847297 0.00514767848798334 0.588218965882989 0.00465951119030562 0.601557420602623 0.00414698162729667 C 0.614175419070265 0.00366213556554499 0.626582054328305 0.00403781257683483 0.639242961328631 0.00283464566929142 C 0.650887111869508 0.00172810120159434 0.662321663745748 -0.000560036193081652 0.673879784153209 -0.00220472440944874 C 0.686669079858731 -0.00402460542824577 0.699667849639921 -0.00486414964459802 0.712581564179693 -0.00598425196850386 C 0.724481042424736 -0.00701638204962729 0.736250332266621 -0.00972736892495369 0.748234626304747 -0.0110236220472441 C 0.761486954934592 -0.0124570291640425 0.77469928501717 -0.015169718056515 0.787952645631708 -0.0173228346456693 C 0.801841343038358 -0.019579166881525 0.815730056045337 -0.0219845015613475 0.829703143559622 -0.0224146981627296 C 0.841305417165136 -0.0227719033021304 0.852737553631854 -0.0246397464039653 0.8643399663842 -0.0249343832020997 C 0.875475931630323 -0.0252171748260739 0.886782115143493 -0.0253109599092624 0.897960549908301 -0.0249343832020997 C 0.910155623696626 -0.0245235581780748 0.92226616816176 -0.021819074288159 0.934629851333832 -0.0224146981627296 C 0.954955213005109 -0.023393878112766 0.975364109961269 -0.0224146981627296 0.995731239274988 -0.0224146981627296 C 1.00690987158023 -0.0224146981627296 1.0181307739986 -0.0225069334935267 1.0293094794949 -0.0224146981627296 C 1.04357910825413 -0.0222969596706122 1.05767977812254 -0.0213166298684136 1.07211856002748 -0.0198425196850393 C 1.09367158737482 -0.0176420891151731 1.11497043981178 -0.0139668070175712 1.13626866587007 -0.00976377952755905 C 1.1564668783106 -0.00577783056146594 1.17568885483679 0.00257869764033325 1.19533757521027 0.00918635170603675 C 1.2125275309872 0.0149671495910717 1.22895315575871 0.0241083034913476 1.24526033084618 0.0331758530183728 C 1.257746611389 0.0401188070630225 1.26893707645033 0.0504352245776023 1.27989715367076 0.060944881889764 C 1.29417369205563 0.0746347056940268 1.30198731923039 0.0953302964041485 1.30432924018639 0.116482939632546 C 1.30672977065013 0.13816495427456 1.30361599807722 0.160366647993223 1.30534547948686 0.182152230971129 C 1.30729986577096 0.206770850359349 1.29289363974438 0.226346719980169 1.2788385710661 0.238950131233596 C 1.26947779109004 0.247344096598801 1.25796342484537 0.251759311530494 1.24627657014666 0.254120734908137 C 1.23302321864753 0.256798681615697 1.21985427845772 0.259735443644192 1.2065585508197 0.260419947506562 C 1.1943636091142 0.26104777961369 1.18204185556063 0.261152874100891 1.16988924939417 0.260419947506562 C 1.15854132151942 0.259735551253117 1.14757344199486 0.262283291680765 1.13626866587007 0.261679790026247 C 1.12102415619912 0.260865967027262 1.10565435188289 0.261507427092291 1.09045321074025 0.261679790026247 C 1.07787713386639 0.261822387840931 1.06534355005681 0.262862832297698 1.05276767001424 0.262939632545932 C 1.03955644797377 0.263020312794849 1.02714937964024 0.266020739684552 1.01406588998775 0.266771653543307 C 0.99971090635167 0.267595543532971 0.985442168455358 0.266827260202198 0.971256809455176 0.269291338582678 C 0.956733407777488 0.271814136918945 0.941997075726602 0.269230190223179 0.927473832926309 0.270551181102363 C 0.910832400703011 0.272064836178286 0.894192108993402 0.271615279811305 0.877593420594583 0.271811023622048 C 0.858581382738628 0.272035227405533 0.839526508909913 0.270440200224438 0.820556989855333 0.271811023622048 C 0.797394920123513 0.273484819728005 0.77444464904698 0.272854606862476 0.751283344206177 0.275590551181103 C 0.731339164185717 0.277946470521214 0.711140463954132 0.274833822487758 0.691198195565497 0.276850393700788 C 0.67116836930193 0.278875818805793 0.651141485317739 0.277964008510549 0.631113046924818 0.278110236220473 C 0.615192015419178 0.278226475736057 0.599143980473113 0.277915776203226 0.583222769889858 0.278110236220473 C 0.564761208314359 0.278335723821658 0.546680498376886 0.283149606299213 0.528218817751561 0.283149606299213 C 0.504760627232226 0.283149606299213 0.481386818718929 0.286164391322133 0.457971276106115 0.285669291338583 C 0.434216363690057 0.285167015694542 0.410377069910588 0.286730631760936 0.386665151856007 0.285669291338583 C 0.371675285222427 0.284998348087713 0.356728489238161 0.284613526100103 0.341865936026663 0.284409448818898 C 0.329967519280549 0.284246072008357 0.318110596063036 0.28416057204119 0.306212873901608 0.283149606299213 C 0.294017246003979 0.282113327098949 0.2816955296232 0.284261603077306 0.269543572476077 0.283149606299213 C 0.257602184527232 0.282056878209053 0.24574646437082 0.282065937844342 0.233890510351023 0.281889763779528 C 0.221017956304918 0.281698483502373 0.208017985526593 0.281286747201922 0.195188730324539 0.281889763779528 C 0.181214642129736 0.282546591218509 0.167369677574726 0.279856182309722 0.153438232396625 0.280629921259843 C 0.140905103253177 0.281325999093923 0.128286309709829 0.280629921259843 0.115752691670617 0.280629921259843 C 0.104192969627695 0.280629921259843 0.0926332475847739 0.280629921259843 0.081115868846039 0.280629921259843 C 0.0706147294077807 0.280629921259843 0.0599865822787526 0.280316096763716 0.0495277639228911 0.280629921259843 C 0.026747088433744 0.281313472093558 0.00400891260317093 0.282997073505895 -0.0186872991216014 0.284409448818898 C -0.0390118851930366 0.285674238906443 -0.059463819144037 0.28672090188933 -0.0797886870627576 0.288188976377953 C -0.0950745380780364 0.289293080375192 -0.110360462185452 0.292164342635747 -0.125646485496765 0.292020997375328 C -0.138349395622227 0.291901875356284 -0.150756343020977 0.293815917180587 -0.163332026222772 0.293280839895013 C -0.177898405963652 0.29266106132654 -0.192591137902015 0.293028034141041 -0.20711500275164 0.293280839895013 C -0.219733200383165 0.293500475164209 -0.232182257031726 0.296273712434257 -0.244800543477647 0.295800524934384 C -0.255979194015144 0.295381323981666 -0.267200296719707 0.295903343704347 -0.278421127001749 0.297060367454069 C -0.28959990490747 0.298213055018596 -0.300863328345944 0.298062025739526 -0.311999367221663 0.297060367454069 C -0.327708984115968 0.295647327494425 -0.339309298884186 0.279368522325832 -0.348668668647194 0.265511811023622 C -0.356966456909176 0.253226789777044 -0.365865771883726 0.240474835834083 -0.370052037261389 0.225091863517061 C -0.374122717102984 0.210133625167233 -0.378737462076994 0.195012411549907 -0.377208055668912 0.178372703412074 C -0.375900460461882 0.164146267265053 -0.37775836854828 0.149658801574589 -0.377208055668912 0.135433070866142 C -0.376615099335153 0.120104995797965 -0.375201456237951 0.104521640720422 -0.371068276561866 0.0899737532808402 C -0.366775130716608 0.0748628199527031 -0.359215397722069 0.0618873855612355 -0.352733625849101 0.0482939632545935 C -0.34397180772078 0.0299188805879293 -0.331226278342946 0.0145875509828518 -0.317122907028233 0.00283464566929173 C -0.303195009502261 -0.00877203029398977 -0.286763351577137 -0.0160144325915842 -0.270248869293749 -0.019842519685039 C -0.256191485291417 -0.0231010469185082 -0.243064641219855 -0.0302401159371196 -0.228498371365835 -0.0312335958005246 C -0.216896478468132 -0.0320248928921454 -0.205548865915079 -0.0370823765876101 -0.193861548541257 -0.0375328083989498 C -0.18103206702218 -0.0380272594705131 -0.168031972810008 -0.0378070832011876 -0.155159768514773 -0.0375328083989498 C -0.140932251418958 -0.0372296552366562 -0.126662307573729 -0.0376444829716695 -0.112393031286382 -0.0362729658792647 C -0.0999013371433638 -0.0350723042840138 -0.0872834519037726 -0.0362729658792647 -0.0747074905603745 -0.0362729658792647 C -0.060480140353702 -0.0362729658792647 -0.0461680134779628 -0.0361506518457945 -0.0319407533319839 -0.0362729658792647 C -0.0156384783027073 -0.0364131191479273 0.000663041429185274 -0.0359139938052303 0.0169657630034529 -0.0375328083989498 C 0.0355539267738613 -0.039378561001968 0.0543133179145062 -0.0402418775370831 0.0729859544422261 -0.0413123359580049 C 0.0909402911031642 -0.0423416159336652 0.108893080353799 -0.0443046948839267 0.126973667280046 -0.043832020997375 C 0.147044397427715 -0.0433073195557942 0.16690345137745 -0.0488480903279085 0.187058815920725 -0.0489238845144353 C 0.208780996112806 -0.0490055707064024 0.230460836114765 -0.0490250139457171 0.252225161063788 -0.0501837270341204 C 0.271872588077999 -0.0512297383801251 0.29156209065307 -0.0501837270341204 0.311294070403991 -0.0501837270341204 C 0.330602617113047 -0.0501837270341204 0.349953507126289 -0.0501837270341204 0.369346740443717 -0.0501837270341204 C 0.390010272886742 -0.0501837270341204 0.410800903757635 -0.0500597351998459 0.43146436768535 -0.0501837270341204 C 0.454541547760883 -0.0503222024561241 0.477618489968255 -0.0517494555261383 0.500738013334506 -0.0514435695538054 C 0.517294168768039 -0.0512245211061946 0.533342273466666 -0.0538197753375807 0.549644529669943 -0.0539632545931755 C 0.575092777812726 -0.0541872294623095 0.600498640925871 -0.0568287450402513 0.625989507118248 -0.0564829396325456 C 0.650802498425878 -0.0561463301775833 0.675488838567826 -0.057112324099736 0.700344349269787 -0.0577427821522306 C 0.725157534386169 -0.0583721666196126 0.749886508624626 -0.0588839191259346 0.774699191421326 -0.0602624671916007 C 0.79807319387593 -0.061561084762892 0.821573171266465 -0.0604622730933703 0.844989076370958 -0.0602624671916007 C 0.864636314772506 -0.0600948189982643 0.884283811944058 -0.0593316750158302 0.904057985711161 -0.0590026246719157 C 0.922138732724954 -0.0587017536421982 0.939965353970229 -0.0572560696226202 0.958045698548981 -0.0577427821522306 C 0.977015752291337 -0.0582534451433906 0.996027642404294 -0.0575328083989498 1.01508212928823 -0.0564829396325456 C 1.03604206486056 -0.055328083989501 1.05725666219737 -0.0582785477526488 1.07821599583034 -0.0564829396325456 C 1.09892247718101 -0.054708993632967 1.11979681450053 -0.0544859443491399 1.14033362307197 -0.0501837270341204 C 1.15638142949965 -0.0468219023162709 1.17335773860818 -0.0457654699597794 1.18822390010693 -0.0362729658792648 C 1.20287102504821 -0.0269203234177584 1.214393933949 -0.0117083150524423 1.22590944083294 0.00283464566929163 C 1.23929179708347 0.0197352548458716 1.24336061337418 0.0430955102777316 1.24729280944714 0.0647244094488192 C 1.25208333442294 0.0910745150274616 1.25097541957837 0.118582704556601 1.25135776664904 0.145511811023622 C 1.25165291244682 0.166299240093224 1.25094219853714 0.188246334676339 1.24322785224523 0.20740157480315 C 1.23654547296121 0.223994371517246 1.2231183363153 0.233286666076614 1.21163974732208 0.244041994750657 C 1.19762766544427 0.257171182152738 1.1811982054062 0.263324679545833 1.16480805289178 0.268031496062993 C 1.14774698305082 0.272930982218304 1.13025632406866 0.275177103053151 1.11285281865492 0.276850393700788 C 1.09422217067859 0.278641670129133 1.0754635245961 0.280007072417498 1.05683262721614 0.279370078740158 C 1.03400942821107 0.278589749528612 1.01139828481453 0.283115802246936 0.988575220867466 0.283149606299213 C 0.975956925225626 0.283168295705969 0.963465722063972 0.286196347989224 0.950889680141458 0.286929133858268 C 0.937339903156226 0.2877186577136 0.923662258444781 0.285762170489317 0.910155421514021 0.286929133858268 C 0.897536432451573 0.288019388968666 0.885003425227877 0.287765666393153 0.872469880788013 0.288188976377953 C 0.858581202857169 0.288658054863453 0.844692673241652 0.288976377952756 0.830719382860099 0.289501312335959 C 0.81534876344039 0.290078740157481 0.800189892626968 0.291868378548401 0.784903927730278 0.292020997375329 C 0.768644130032114 0.292183339188066 0.752257240202467 0.292020997375329 0.735997411394841 0.292020997375329 C 0.717620417377889 0.292020997375329 0.69932810996931 0.292020997375329 0.680993459256545 0.292020997375329 C 0.663336301410764 0.292020997375329 0.645636645262907 0.291791953844075 0.628064329023388 0.292020997375329 C 0.609390763810938 0.292264394959293 0.590717906981662 0.292831580588734 0.572044137584615 0.293280839895014 C 0.55362515365965 0.293723969493788 0.535417197138183 0.295432511295732 0.517040185446318 0.294540682414699 C 0.499721791697516 0.29370022783061 0.482318079794307 0.295347889855151 0.465084951209452 0.294540682414699 C 0.44869748107763 0.293773085993918 0.432482239674001 0.297349202091716 0.416220778178201 0.295800524934384 C 0.400513017217533 0.294304580021997 0.385012372144369 0.29834651632355 0.369346740443718 0.297060367454069 C 0.353043149305374 0.295721842094111 0.33665889814304 0.297864910589822 0.320482567412467 0.299580052493439 C 0.304477975078013 0.301276985340593 0.288555591269965 0.300575418077555 0.272592290377507 0.302099737532809 C 0.256671083052661 0.303620037515869 0.240707782325054 0.304619422572179 0.224744356646734 0.304619422572179 C 0.211109812698672 0.304619422572179 0.197305390905606 0.30535093504966 0.18396775471511 0.308398950131234 C 0.171348944860758 0.311282693712048 0.158858200833146 0.310876526527363 0.146324557293288 0.310918635170604 C 0.127608837669547 0.310981513419706 0.108977245984845 0.312781053794822 0.0903043658545154 0.312178477690289 C 0.0699366984047056 0.311521210593587 0.0495277639228913 0.312178477690289 0.0291606346091727 0.312178477690289 C 0.00604119052332992 0.312178477690289 -0.0170357995936058 0.312425567892352 -0.0400706677357964 0.312178477690289 C -0.0512915428756908 0.312058113714749 -0.0624279174273729 0.311443077352325 -0.0736912512598976 0.310918635170604 C -0.0985044126044666 0.309763287325604 -0.123488457064262 0.311037976520615 -0.148046093411436 0.307139107611549 C -0.170108440741446 0.303636400801743 -0.192337384130809 0.305093050876808 -0.214228677854975 0.299580052493439 C -0.235485211139407 0.294226909133814 -0.257377033920563 0.292495945499817 -0.278421127001748 0.285669291338583 C -0.29637521728743 0.279845026796173 -0.315340910661919 0.283704208395627 -0.333382735835858 0.279370078740158 C -0.345277650371589 0.276512601664443 -0.364180958432935 0.278218564146268 -0.367003319359959 0.259160104986877 C -0.369770277171321 0.240475764533234 -0.366733786112108 0.221053414902794 -0.363954601458529 0.20236220472441 C -0.361652586378507 0.186880164825006 -0.359785868683893 0.171184761546533 -0.35785716565567 0.155643044619423 C -0.356059653279508 0.141158477470167 -0.351094478344705 0.127921878987623 -0.347652429346717 0.113963254593176 C -0.343599709742987 0.0975281629493495 -0.335631491251948 0.0827245982274359 -0.326269060732522 0.0697637795275596 C -0.315306703591699 0.0545881130026448 -0.300446730995503 0.045542179513301 -0.285534802105084 0.0382152230971134 C -0.27266950037979 0.0318938742149508 -0.259661548168239 0.0268280457481521 -0.2468330220786 0.0192650918635176 C -0.234551967997568 0.0120248956772573 -0.220793864422034 0.00980306750922063 -0.207115002751639 0.00666666666666721 C -0.193778827948246 0.00360883986077687 -0.180948506668203 -0.00290612049978518 -0.167396983424678 -0.00472440944881839 C -0.153171282230433 -0.00663315688694153 -0.139068950074315 -0.010534434621091 -0.124630246196288 -0.0110236220472436 C -0.104982579241724 -0.0116892906355462 -0.085250973302819 -0.0132283464566925 -0.0655613368560846 -0.0148031496062988 C -0.0366832034008743 -0.017112860892388 -0.00789162328949439 -0.015353679108988 0.0210307202053599 -0.0185826771653539 C 0.037246359487156 -0.0203930514779668 0.0537606442052951 -0.0168624666705841 0.0699372365407967 -0.0198425196850389 C 0.0885245024254796 -0.0232666671557371 0.107199314014554 -0.0242524159569841 0.125915084675383 -0.0261942257217843 C 0.146663273523015 -0.0283469041466473 0.167370143200794 -0.0300660730485218 0.188075055221203 -0.0324934383202095 C 0.209459392524309 -0.0350004568323603 0.230882326553819 -0.0377067094364945 0.252225161063789 -0.0413123359580048 C 0.273140952436973 -0.0448458184510777 0.294398869679256 -0.0455139108995538 0.315359027605898 -0.0489238845144353 C 0.336022337832479 -0.0522855644652905 0.356727971903495 -0.0529198123491854 0.377518998151717 -0.0552230971128605 C 0.396530679191859 -0.0573292613179752 0.415500834756934 -0.0606334477424095 0.434555428890967 -0.0615223097112857 C 0.45263591296462 -0.0623657312273198 0.470208440171474 -0.0659821541219463 0.488500798424601 -0.0653018372703408 C 0.504083083690852 -0.0647223115959329 0.519794239930912 -0.0672740508408345 0.535374836159084 -0.0691338582677161 C 0.550577843546996 -0.0709485940863525 0.565904142569182 -0.07020946079812 0.581190291288905 -0.0703937007874012 C 0.596391349851003 -0.0705769152070626 0.611804283046664 -0.0698785498068852 0.627048089722912 -0.0703937007874012 C 0.641317570289718 -0.0708759252777509 0.655628623829047 -0.0696445426856798 0.669814826951302 -0.0678215223097109 C 0.683405840893816 -0.0660749876567275 0.696829546326527 -0.0658678806790444 0.71054908557874 -0.0653018372703408 C 0.723548177585388 -0.0647655182136853 0.736295458852211 -0.0624465357802679 0.749250865605224 -0.0640419947506558 C 0.761870836291467 -0.0655961447531413 0.774275574959654 -0.0620521166288683 0.786936406331232 -0.0627821522309707 C 0.799766245292056 -0.0635219329717258 0.812766560867003 -0.0620276138660115 0.825638186357716 -0.0627821522309707 C 0.836944608384078 -0.0634449379215166 0.84791076525161 -0.0614695208168607 0.859258769881817 -0.0615223097112857 C 0.870479746388061 -0.0615745076935245 0.881615179425975 -0.058884797324507 0.892837010101732 -0.0577427821522306 C 0.904311199925536 -0.0565750850761488 0.915914861924295 -0.0549739190074514 0.92747383292631 -0.0539632545931754 C 0.949535453022655 -0.0520342857992606 0.971552596162306 -0.04923143407978 0.993698760674035 -0.0464041994750652 C 1.00568130163478 -0.0448744784058172 1.01745342519886 -0.0429400798274746 1.0293094794949 -0.0400524934383198 C 1.04137739207513 -0.0371133081712807 1.05361309003163 -0.0363043495326549 1.06597878092043 -0.0350131233595796 C 1.07724067836783 -0.0338371553628596 1.08825214389462 -0.034353949322378 1.09959936444454 -0.0337532808398946 C 1.11899340727885 -0.0327266514351641 1.13825759067693 -0.0328917678976061 1.15765203448426 -0.0312335958005245 C 1.17386832671398 -0.0298471470030977 1.19029872201207 -0.0312335958005245 1.2065585508197 -0.0312335958005245 C 1.22214088676034 -0.0312335958005245 1.23776556600517 -0.0312335958005245 1.25339024525 -0.0312335958005245 L 1.26461122085943 -0.0312335958005245 L 1.2788385710661 -0.0312335958005245 L 1.28294587157219 -0.0312335958005245 E">
                                      <p:cBhvr>
                                        <p:cTn id="26" dur="15000" fill="hold"/>
                                        <p:tgtEl>
                                          <p:spTgt spid="14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4702306665527 0.00666666666666667 C 0.127792386008505 0.00661417322834646 0.110920272147572 0.00641193496709356 0.0940857807702881 0.00666666666666667 C 0.0727597129491911 0.00698936281349592 0.0515092826349059 0.00789170657676782 0.0301828886445317 0.00850393700787402 C 0.0021383468950404 0.00930902960314433 -0.0257178539955463 0.011542553653278 -0.0537250435442197 0.0103412073490814 C -0.0807883328835003 0.00918034889983763 -0.107927378507354 0.0103412073490814 -0.134953055271702 0.0103412073490814 C -0.157147326134044 0.0103412073490814 -0.179379342354995 0.0103412073490814 -0.201535867858728 0.0103412073490814 C -0.216143321640575 0.0103412073490814 -0.230826266139641 0.0103412073490814 -0.245471465280098 0.0103412073490814 C -0.260116664420555 0.0103412073490814 -0.274761863561012 0.0103412073490814 -0.289407062701469 0.0103412073490814 C -0.304958150448552 0.0103412073490814 -0.320509238195635 0.0103412073490814 -0.336022580584108 0.0103412073490814 C -0.350705525083175 0.0103412073490814 -0.365350724223632 0.0103412073490814 -0.379958178005479 0.0103412073490814 C -0.395471520393953 0.0103412073490814 -0.411060353499645 0.0103412073490814 -0.426573695888119 0.0103412073490814 C -0.443030672241828 0.0103412073490814 -0.459449398677818 0.00941339881782167 -0.475831388873418 0.0103412073490814 C -0.492816304725548 0.0113031631091677 -0.509500248753025 0.00656167979002625 -0.526410169410047 0.00850393700787402 C -0.54332009006707 0.0104461942257218 -0.560040673226158 0.00547605103213065 -0.577026695305286 0.00666666666666667 C -0.59299238008792 0.00778576293474673 -0.608997014047469 0.00666666666666667 -0.624963300739256 0.00666666666666667 C -0.641344786375746 0.00666666666666667 -0.657915836565452 0.00820623400306121 -0.674220993724555 0.00666666666666667 C -0.690716562586011 0.00510912025564256 -0.707097318896606 0.00491293809791903 -0.723516432068464 0.00477690288713911 C -0.751448139362556 0.0045454838300059 -0.779492979955542 0.00340493474917578 -0.807386618898606 0.00477690288713911 C -0.822182981905481 0.00550467234900845 -0.83652587851754 0.0024768135074116 -0.851322216319976 0.00293963254593176 C -0.880159515517556 0.00384164298029378 -0.909146212192112 0.00485395240557018 -0.937872323611388 0.00110236220472441 C -0.961801002909383 -0.00202269003305606 -0.985808950475205 -0.000901459071912799 -1.00977723176234 -0.000787401574803149 C -1.02993327663228 -0.000691485309387482 -1.04929658606062 -0.00609615539413975 -1.06971686123411 -0.0062992125984252 C -1.08624929349292 -0.00646360947584203 -1.10263021213193 -0.00609407390618393 -1.11897455421941 -0.0100262467191601 C -1.1364500541616 -0.0142305570179822 -1.15709969052051 -0.0188956882951942 -1.16691115965338 -0.0415223097112861 C -1.17499099072306 -0.0601555313261159 -1.1839236906636 -0.0786904070204786 -1.18687845435776 -0.100787401574803 C -1.18992520398386 -0.123572306516362 -1.17982164691362 -0.144727335460018 -1.16691115965338 -0.158162729658793 C -1.14683220320728 -0.179058044414586 -1.12241124365506 -0.18820096721467 -1.09900725951502 -0.195223097112861 C -1.0835712656495 -0.199854511720853 -1.06809339925858 -0.204193531007432 -1.05239174163238 -0.206299212598425 C -1.03638729687428 -0.208445499665911 -1.0204972935413 -0.212344622654061 -1.00445513619841 -0.213700787401575 C -0.988828935216055 -0.215021788215673 -0.973428465979769 -0.217528540733798 -0.957839618315773 -0.21742782152231 C -0.940929711636584 -0.217318566976767 -0.923755758568357 -0.216326774596007 -0.907260837779144 -0.221154855643045 C -0.890577588296752 -0.226038060701029 -0.874836299217672 -0.224608888315989 -0.858003144793844 -0.228556430446194 C -0.829843829032448 -0.235160070056873 -0.801082478054638 -0.236161173390513 -0.772774125053763 -0.241522309711286 C -0.746200725763005 -0.246554874343347 -0.719174815701725 -0.247447559983343 -0.692867200877611 -0.254488188976378 C -0.674257837951896 -0.259468557627533 -0.655649952009401 -0.261097887552537 -0.636966324777052 -0.263727034120735 C -0.620584513268246 -0.266032270838083 -0.604051594955292 -0.267075474799559 -0.587670886433144 -0.269291338582677 C -0.569514588102785 -0.271747391313933 -0.551322018979867 -0.270904483314521 -0.533091097883915 -0.271128608923885 C -0.517162463348064 -0.271324430895955 -0.501158524500342 -0.271128608923885 -0.485154492449946 -0.271128608923885 C -0.470547038668098 -0.271128608923885 -0.455901839527641 -0.271128608923885 -0.441218895028575 -0.271128608923885 C -0.423516321840755 -0.271128608923885 -0.405700551879083 -0.271219851418961 -0.387960194030677 -0.271128608923885 C -0.354668822819411 -0.270957384205657 -0.321415060063483 -0.271130949029452 -0.288085975150138 -0.269291338582677 C -0.268156358952076 -0.268191316477255 -0.248113583681278 -0.268553456828509 -0.228146345678372 -0.269291338582677 C -0.205499073595821 -0.270128259986076 -0.182888577239124 -0.265539356329843 -0.160242445540016 -0.26745406824147 C -0.1344612687977 -0.269633845647173 -0.108870745993095 -0.266114038973609 -0.0830154418251334 -0.265564304461942 C -0.0545551632179716 -0.264959183081031 -0.0262843909610715 -0.262768262809517 0.00221357791494797 -0.261889763779528 C 0.0333155336367456 -0.260930992364931 0.0643043135710583 -0.257858395617351 0.0954068683216179 -0.26 C 0.126055722147187 -0.262110364251503 0.156554191707719 -0.258669513479282 0.187279071176958 -0.258162729658793 C 0.217022261835328 -0.257672138058247 0.246803119575595 -0.257567752834866 0.276509098929639 -0.256325459317585 C 0.30579912048042 -0.255100561008061 0.335052115013272 -0.250452584047815 0.364380293772379 -0.250761154855643 C 0.389933867204335 -0.25103001187747 0.414959738836139 -0.245006758833691 0.440286209935933 -0.243359580052494 C 0.463387042390509 -0.241857151984357 0.485428344184241 -0.232426017469665 0.508190110074288 -0.228556430446194 C 0.529892381811504 -0.224866961470024 0.552949540326596 -0.220722410357081 0.570771914648715 -0.202624671916011 C 0.588618908742287 -0.184501933316365 0.586815969384201 -0.14545738144959 0.576131755571253 -0.121154855643045 C 0.565376605513204 -0.0966909768387634 0.551938011780279 -0.0725958802986728 0.533517245701212 -0.0581627296587927 C 0.51234313042902 -0.0415722581182509 0.487995908350096 -0.0347027993127004 0.464254512652918 -0.0303937007874015 C 0.443456384689683 -0.026618809720403 0.422509188927906 -0.0243438032590098 0.401672708078491 -0.0211548556430446 C 0.375176505397675 -0.0170997081840392 0.348489400827755 -0.0133702963634247 0.321765783902339 -0.0137007874015747 C 0.301798386771978 -0.0139477242524204 0.281830934425098 -0.0141775726593258 0.261863899789182 -0.0118635170603674 C 0.241518890946074 -0.00950565659271618 0.221061167132393 -0.00818897637795268 0.200603182766085 -0.00818897637795268 C 0.17795596760043 -0.00818897637795268 0.155384239367363 -0.00377928427214998 0.13269928262773 -0.00446194225721777 C 0.106541745325507 -0.00524910054515377 0.0802710094175302 -0.00466459498189232 0.0541511913615167 -0.00446194225721777 C 0.0261441641464181 -0.00424464746737655 -0.001787270228969 -0.0030784382687762 -0.0297567408272349 -0.00262467191601042 C -0.0600283647648773 -0.00213355627840044 -0.0900738335019469 -0.00136580247585688 -0.120307856131245 -0.000787401574803072 C -0.153184073112447 -0.00015845339419471 -0.185984876984924 0.000817415680187499 -0.218823242101844 0.00110236220472449 C -0.252529952066974 0.00139484356985774 -0.286349222810995 -0.000186650699352762 -0.320018548533712 0.00110236220472449 C -0.349421726006669 0.00222804780638005 -0.378599123057229 -0.000177802642655042 -0.407927488735062 -0.000787401574803072 C -0.434160298640686 -0.00133265844596237 -0.460356202016519 -0.00353998589065636 -0.486475580001276 -0.00262467191601042 C -0.512784515491184 -0.00170271518618222 -0.538866500029572 -0.00667497613916382 -0.565061416626098 -0.00446194225721777 C -0.58733154196699 -0.00258048782490567 -0.609411852460137 -0.00717408645163138 -0.631606483854514 -0.00629921259842512 C -0.652026369786948 -0.00549429613145164 -0.672446961869912 -0.00629921259842512 -0.692867200877611 -0.00629921259842512 C -0.71196635233398 -0.00629921259842512 -0.731065503790349 -0.00629921259842512 -0.750126909888108 -0.00629921259842512 C -0.766508395524599 -0.00629921259842512 -0.783003117236917 -0.00629921259842512 -0.799384602873408 -0.00629921259842512 C -0.821616619094359 -0.00629921259842512 -0.843773144598091 -0.00629921259842512 -0.865967415460433 -0.00629921259842512 C -0.893936726190017 -0.00629921259842512 -0.921943909520227 -0.00596313501459053 -0.949875347649185 -0.00629921259842512 C -0.974296730759072 -0.00659305638088909 -0.998832629027961 -0.00376304466121312 -1.02310134335147 -0.00818897637795268 C -1.04575011577421 -0.0123194762006779 -1.06974809841505 -0.00952115784227217 -1.09100524348982 -0.0229921259842519 C -1.10934298994139 -0.0346130279151448 -1.1351335641953 -0.0406286856424507 -1.14030068183373 -0.0729658792650918 C -1.14396597829383 -0.0959042773446844 -1.14475905534104 -0.120736592427685 -1.14030068183373 -0.143359580052493 C -1.1349830071585 -0.170342893176282 -1.11897507985289 -0.190394165094873 -1.10833036309155 -0.213700787401575 C -1.09689404505627 -0.238740621809921 -1.07647218993065 -0.247868036563894 -1.05771383719631 -0.254488188976378 C -1.02634635291004 -0.265558325555653 -0.994792249897068 -0.275338029024074 -0.961840626328372 -0.27485564304462 C -0.941005111875568 -0.274550627419948 -0.920207569136805 -0.278392867339208 -0.899258821753946 -0.278530183727034 C -0.872157718731191 -0.27870782802744 -0.845131868332707 -0.283247807101793 -0.818030810026464 -0.284094488188977 C -0.789683935676218 -0.284980090593204 -0.761261790677889 -0.284094488188977 -0.732839535644992 -0.284094488188977 C -0.701359906564731 -0.284094488188977 -0.669767041408643 -0.284094488188977 -0.638287412328383 -0.284094488188977 C -0.605901894641496 -0.284094488188977 -0.573516376954609 -0.284094488188977 -0.541093113909113 -0.284094488188977 C -0.509651230187463 -0.284094488188977 -0.478021102431087 -0.285756688026388 -0.446540990592504 -0.284094488188977 C -0.41638292662858 -0.28250209457632 -0.386148288111026 -0.284255728563584 -0.355989875288494 -0.282257217847769 C -0.326737093413659 -0.280318720673257 -0.297446951389102 -0.280076322172314 -0.268118680445753 -0.280367454068242 C -0.244565692740044 -0.280601256667064 -0.220975359981558 -0.279359347283253 -0.197534859846128 -0.276692913385827 C -0.178058884443828 -0.2744774572011 -0.158468001819698 -0.27597201764052 -0.138954063284301 -0.27485564304462 C -0.119929985410294 -0.273767292929626 -0.100830333494946 -0.269532385519324 -0.0816943542738036 -0.271128608923885 C -0.064330558690656 -0.272577006028706 -0.0471573361258445 -0.269974493640862 -0.0297567408272349 -0.269291338582677 C -0.0123938608302595 -0.268609664243896 0.00485562913020346 -0.267700211197589 0.0221808726193339 -0.26745406824147 C 0.0381092983663514 -0.26722777013477 0.0541134460029073 -0.26745406824147 0.0701174780533033 -0.26745406824147 C 0.0873671069378104 -0.26745406824147 0.104767734875301 -0.267666829040126 0.122055091499872 -0.26745406824147 C 0.13888953929366 -0.267246881530666 0.155839718599356 -0.268739909100942 0.172633872036501 -0.265564304461942 C 0.190263505963959 -0.262230718908289 0.208152267375932 -0.264934749411701 0.225892573034399 -0.263727034120735 C 0.24593537134765 -0.26236257093376 0.266016053293514 -0.259108972516436 0.285832202506167 -0.254488188976378 C 0.309913905400322 -0.248872752033724 0.329619126834828 -0.22766913344968 0.349735094631922 -0.21002624671916 C 0.368043902598309 -0.193968345434965 0.386725340664078 -0.171758473645031 0.391028516950633 -0.141522309711286 C 0.394651865972477 -0.116062935584337 0.392811350479996 -0.0889208721853644 0.388348596489365 -0.063727034120735 C 0.383261773763068 -0.035010105448702 0.369735777950422 -0.00584370370835001 0.348414007080593 0.00477690288713899 C 0.330216379939084 0.0138413394211065 0.313535807192232 0.0280103915427041 0.293834218531365 0.0307086614173226 C 0.266391844249647 0.0344670858310574 0.238990466940101 0.0424451290395124 0.211247373893943 0.0418372703412071 C 0.19346955284317 0.0414477534569633 0.175803592722547 0.0473136776362827 0.157988672896045 0.0455118110236218 C 0.138435679600122 0.0435341492580554 0.11903533139039 0.0469699107216074 0.0994078763342169 0.0474015748031494 C 0.0784590673831122 0.0478622992500732 0.0576615942294915 0.0489896921306582 0.0368260717597907 0.0492388451443567 C 0.01376373798021 0.0495146265639231 -0.00937424717814544 0.0492388451443567 -0.0323989159298946 0.0492388451443567 C -0.0577260515568187 0.0492388451443567 -0.0830531871837429 0.0492388451443567 -0.108304832093448 0.0492388451443567 C -0.135405999575015 0.0492388451443567 -0.162469421697973 0.0492388451443567 -0.18953284382093 0.0492388451443567 C -0.217539899909124 0.0492388451443567 -0.245509210638707 0.0492388451443567 -0.273440776009682 0.0492388451443567 C -0.305373349393255 0.0492388451443567 -0.337418915808673 0.0513314300590023 -0.369313986877621 0.0492388451443567 C -0.398226689400558 0.0473419286894491 -0.427025676070676 0.0482216980306558 -0.455864094169032 0.0455118110236218 C -0.482888814056752 0.042972353517919 -0.50999105689019 0.0430497520835244 -0.537092105896514 0.0418372703412071 C -0.565137026312693 0.0405825604603673 -0.593066914202326 0.0419730440678838 -0.620962292726656 0.0381102362204722 C -0.64575944410026 0.0346764548564422 -0.670748570603174 0.0368114199081075 -0.69554712133888 0.0362729658792648 C -0.719100378893411 0.035761551056771 -0.742578423345998 0.0362353226128073 -0.766093196579895 0.0344356955380575 C -0.786476280629978 0.0328757421607248 -0.806933674595293 0.0344356955380575 -0.827353913602992 0.0344356955380575 C -0.843773144598091 0.0344356955380575 -0.860230120951801 0.0344356955380575 -0.8766493519469 0.0344356955380575 C -0.89174749539067 0.0344356955380575 -0.906884085353664 0.0332115892882883 -0.921906036919601 0.0344356955380575 C -0.9358725307952 0.0355737948299798 -0.949271602260517 0.0319601506721168 -0.963199459238311 0.0325459317585299 C -0.986715000063262 0.0335349539084553 -1.01023249602097 0.033356917608355 -1.03374553447933 0.0288713910761152 C -1.06334022655741 0.0232256819192661 -1.09183720000425 0.0109259617592751 -1.12029564177074 -0.000787401574803285 C -1.14132136628875 -0.00944149278129203 -1.16419578819211 -0.0297634428102204 -1.16691115965338 -0.0655643044619424 C -1.16898944876038 -0.0929655428757332 -1.17772489780568 -0.122058100921967 -1.16959108011465 -0.148923884514436 C -1.1608149699138 -0.17791114319121 -1.14385096987738 -0.201108169500724 -1.12429664978334 -0.215590551181103 C -1.10557717533573 -0.22945462686886 -1.08402194854705 -0.233955058848718 -1.06303593276024 -0.235958005249344 C -1.0262715485749 -0.239466869996389 -0.989470722584213 -0.246708639565433 -0.952517522751844 -0.243359580052494 C -0.924020268977082 -0.240776880874075 -0.895824460515275 -0.248166497722307 -0.867326248370372 -0.247034120734908 C -0.846944210123404 -0.246224240067665 -0.826485770354975 -0.247034120734908 -0.806065531347276 -0.247034120734908 C -0.785645292339577 -0.247034120734908 -0.765262798690488 -0.247034120734908 -0.744804814324179 -0.247034120734908 C -0.722233089875743 -0.247034120734908 -0.699509845410399 -0.246064633768463 -0.676900914185824 -0.247034120734908 C -0.654215401257996 -0.248006891578969 -0.63168175959252 -0.244293954136619 -0.608997014047469 -0.245196850393701 C -0.586840271018003 -0.246078731140862 -0.564608538141232 -0.245502709022283 -0.542414201460443 -0.245196850393701 C -0.518898906989458 -0.24487278773659 -0.495382899657479 -0.245471970537898 -0.471830380860819 -0.243359580052494 C -0.447974725751959 -0.241220001720762 -0.423969214682414 -0.241896219839859 -0.399925472709865 -0.241522309711286 C -0.376712024791094 -0.241161311689188 -0.353914112163226 -0.238911925693889 -0.330700485020179 -0.239632545931759 C -0.311639305478506 -0.240224261808418 -0.292615250732223 -0.238229759236795 -0.273440776009682 -0.237795275590551 C -0.255549302675934 -0.237389864089939 -0.238073532122432 -0.234702486023793 -0.220182075011783 -0.235958005249344 C -0.205159578823299 -0.237012197351405 -0.189948257343373 -0.237581456327896 -0.174887644680474 -0.235958005249344 C -0.160242659602874 -0.234379356534862 -0.145634813885303 -0.234307557416226 -0.130952047259103 -0.234120734908137 C -0.104379113390796 -0.233782622733574 -0.0776933462612048 -0.234120734908137 -0.0510451230829507 -0.234120734908137 C -0.0213395258573334 -0.234120734908137 0.00840381672689336 -0.234120734908137 0.0381471593111202 -0.234120734908137 C 0.0616625177247919 -0.234120734908137 0.0852158927087445 -0.23352232621843 0.108730979910745 -0.234120734908137 C 0.126471580922611 -0.234572195271219 0.144136538587592 -0.238498243397109 0.161989680908643 -0.237795275590551 C 0.177465703412645 -0.237185906920419 0.193129239311858 -0.236069266223083 0.208605198791283 -0.237795275590551 C 0.224193670757809 -0.239533833298363 0.239746439106368 -0.237514083836322 0.255220716673922 -0.239632545931759 C 0.271188334360734 -0.241818547357432 0.287153493547718 -0.241138096286031 0.303157322107892 -0.241522309711286 C 0.317764988887674 -0.241873004650772 0.332485465747415 -0.240209973753281 0.347092919529263 -0.241522309711286 C 0.36170037331111 -0.242834645669292 0.376685280679052 -0.245249343832021 0.391028516950633 -0.239632545931759 L 0.40567371609109 -0.232230971128609 L 0.413675732116288 -0.228556430446194 E">
                                      <p:cBhvr>
                                        <p:cTn id="28" dur="15000" fill="hold"/>
                                        <p:tgtEl>
                                          <p:spTgt spid="15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3B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Box 1"/>
          <p:cNvSpPr/>
          <p:nvPr/>
        </p:nvSpPr>
        <p:spPr>
          <a:xfrm>
            <a:off x="502920" y="255960"/>
            <a:ext cx="111553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9BACB"/>
                </a:solidFill>
                <a:effectLst/>
                <a:uFillTx/>
                <a:latin typeface="Aptos"/>
              </a:rPr>
              <a:t>ПРАКТИЧЕСКАЯ РАБОТА №4  /  АНИМАЦИЯ     •     04/04</a:t>
            </a:r>
            <a:endParaRPr lang="ru-RU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2"/>
          <p:cNvSpPr/>
          <p:nvPr/>
        </p:nvSpPr>
        <p:spPr>
          <a:xfrm>
            <a:off x="502920" y="658440"/>
            <a:ext cx="11155320" cy="46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900" b="1" u="none" strike="noStrike">
                <a:solidFill>
                  <a:srgbClr val="F7FAFC"/>
                </a:solidFill>
                <a:effectLst/>
                <a:uFillTx/>
                <a:latin typeface="Aptos"/>
              </a:rPr>
              <a:t>Подводный мир</a:t>
            </a:r>
            <a:endParaRPr lang="ru-RU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3"/>
          <p:cNvSpPr/>
          <p:nvPr/>
        </p:nvSpPr>
        <p:spPr>
          <a:xfrm>
            <a:off x="530280" y="1225440"/>
            <a:ext cx="10972440" cy="2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9BACB"/>
                </a:solidFill>
                <a:effectLst/>
                <a:uFillTx/>
                <a:latin typeface="Aptos"/>
              </a:rPr>
              <a:t>Рыбы плавают, водоросли колышутся, пузырьки поднимаются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Rectangle 4"/>
          <p:cNvSpPr/>
          <p:nvPr/>
        </p:nvSpPr>
        <p:spPr>
          <a:xfrm>
            <a:off x="0" y="1828800"/>
            <a:ext cx="12191400" cy="1554120"/>
          </a:xfrm>
          <a:prstGeom prst="rect">
            <a:avLst/>
          </a:prstGeom>
          <a:solidFill>
            <a:srgbClr val="0A52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Rectangle 5"/>
          <p:cNvSpPr/>
          <p:nvPr/>
        </p:nvSpPr>
        <p:spPr>
          <a:xfrm>
            <a:off x="0" y="3383280"/>
            <a:ext cx="12191400" cy="1554120"/>
          </a:xfrm>
          <a:prstGeom prst="rect">
            <a:avLst/>
          </a:prstGeom>
          <a:solidFill>
            <a:srgbClr val="0861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Rectangle 6"/>
          <p:cNvSpPr/>
          <p:nvPr/>
        </p:nvSpPr>
        <p:spPr>
          <a:xfrm>
            <a:off x="0" y="4937760"/>
            <a:ext cx="12191400" cy="1554120"/>
          </a:xfrm>
          <a:prstGeom prst="rect">
            <a:avLst/>
          </a:prstGeom>
          <a:solidFill>
            <a:srgbClr val="0A71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Rectangle 7"/>
          <p:cNvSpPr/>
          <p:nvPr/>
        </p:nvSpPr>
        <p:spPr>
          <a:xfrm>
            <a:off x="0" y="5897880"/>
            <a:ext cx="12191400" cy="959760"/>
          </a:xfrm>
          <a:prstGeom prst="rect">
            <a:avLst/>
          </a:prstGeom>
          <a:solidFill>
            <a:srgbClr val="C49A6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Arc 8"/>
          <p:cNvSpPr/>
          <p:nvPr/>
        </p:nvSpPr>
        <p:spPr>
          <a:xfrm>
            <a:off x="914400" y="5577840"/>
            <a:ext cx="731160" cy="54828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D8B7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Arc 9"/>
          <p:cNvSpPr/>
          <p:nvPr/>
        </p:nvSpPr>
        <p:spPr>
          <a:xfrm>
            <a:off x="2834640" y="5577840"/>
            <a:ext cx="731160" cy="54828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D8B7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Arc 10"/>
          <p:cNvSpPr/>
          <p:nvPr/>
        </p:nvSpPr>
        <p:spPr>
          <a:xfrm>
            <a:off x="4937760" y="5577840"/>
            <a:ext cx="731160" cy="54828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D8B7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Arc 11"/>
          <p:cNvSpPr/>
          <p:nvPr/>
        </p:nvSpPr>
        <p:spPr>
          <a:xfrm>
            <a:off x="7132320" y="5577840"/>
            <a:ext cx="731160" cy="54828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D8B7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Arc 12"/>
          <p:cNvSpPr/>
          <p:nvPr/>
        </p:nvSpPr>
        <p:spPr>
          <a:xfrm>
            <a:off x="9418320" y="5577840"/>
            <a:ext cx="731160" cy="54828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D8B7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Arc 13"/>
          <p:cNvSpPr/>
          <p:nvPr/>
        </p:nvSpPr>
        <p:spPr>
          <a:xfrm>
            <a:off x="10972800" y="5577840"/>
            <a:ext cx="731160" cy="54828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D8B7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183" name=""/>
          <p:cNvGrpSpPr/>
          <p:nvPr/>
        </p:nvGrpSpPr>
        <p:grpSpPr>
          <a:xfrm>
            <a:off x="766440" y="4297680"/>
            <a:ext cx="606240" cy="1645920"/>
            <a:chOff x="766440" y="4297680"/>
            <a:chExt cx="606240" cy="1645920"/>
          </a:xfrm>
        </p:grpSpPr>
        <p:cxnSp>
          <p:nvCxnSpPr>
            <p:cNvPr id="184" name="Connector 14"/>
            <p:cNvCxnSpPr/>
            <p:nvPr/>
          </p:nvCxnSpPr>
          <p:spPr>
            <a:xfrm flipV="1">
              <a:off x="1097280" y="4297680"/>
              <a:ext cx="91800" cy="1646280"/>
            </a:xfrm>
            <a:prstGeom prst="straightConnector1">
              <a:avLst/>
            </a:prstGeom>
            <a:ln w="63500">
              <a:solidFill>
                <a:srgbClr val="39B878"/>
              </a:solidFill>
              <a:round/>
            </a:ln>
          </p:spPr>
        </p:cxnSp>
        <p:sp>
          <p:nvSpPr>
            <p:cNvPr id="185" name="Oval 15"/>
            <p:cNvSpPr/>
            <p:nvPr/>
          </p:nvSpPr>
          <p:spPr>
            <a:xfrm rot="19920000">
              <a:off x="776880" y="5440680"/>
              <a:ext cx="475200" cy="164160"/>
            </a:xfrm>
            <a:prstGeom prst="ellipse">
              <a:avLst/>
            </a:prstGeom>
            <a:solidFill>
              <a:srgbClr val="39B878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86" name="Oval 16"/>
            <p:cNvSpPr/>
            <p:nvPr/>
          </p:nvSpPr>
          <p:spPr>
            <a:xfrm rot="1680000">
              <a:off x="886680" y="5056560"/>
              <a:ext cx="475200" cy="164160"/>
            </a:xfrm>
            <a:prstGeom prst="ellipse">
              <a:avLst/>
            </a:prstGeom>
            <a:solidFill>
              <a:srgbClr val="39B878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87" name="Oval 17"/>
            <p:cNvSpPr/>
            <p:nvPr/>
          </p:nvSpPr>
          <p:spPr>
            <a:xfrm rot="19920000">
              <a:off x="776880" y="4672440"/>
              <a:ext cx="475200" cy="164160"/>
            </a:xfrm>
            <a:prstGeom prst="ellipse">
              <a:avLst/>
            </a:prstGeom>
            <a:solidFill>
              <a:srgbClr val="39B878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88" name=""/>
          <p:cNvGrpSpPr/>
          <p:nvPr/>
        </p:nvGrpSpPr>
        <p:grpSpPr>
          <a:xfrm>
            <a:off x="4241160" y="4297680"/>
            <a:ext cx="606240" cy="1645920"/>
            <a:chOff x="4241160" y="4297680"/>
            <a:chExt cx="606240" cy="1645920"/>
          </a:xfrm>
        </p:grpSpPr>
        <p:cxnSp>
          <p:nvCxnSpPr>
            <p:cNvPr id="189" name="Connector 18"/>
            <p:cNvCxnSpPr/>
            <p:nvPr/>
          </p:nvCxnSpPr>
          <p:spPr>
            <a:xfrm flipV="1">
              <a:off x="4572000" y="4297680"/>
              <a:ext cx="91800" cy="1646280"/>
            </a:xfrm>
            <a:prstGeom prst="straightConnector1">
              <a:avLst/>
            </a:prstGeom>
            <a:ln w="63500">
              <a:solidFill>
                <a:srgbClr val="2BAA83"/>
              </a:solidFill>
              <a:round/>
            </a:ln>
          </p:spPr>
        </p:cxnSp>
        <p:sp>
          <p:nvSpPr>
            <p:cNvPr id="190" name="Oval 19"/>
            <p:cNvSpPr/>
            <p:nvPr/>
          </p:nvSpPr>
          <p:spPr>
            <a:xfrm rot="19920000">
              <a:off x="4251600" y="5440680"/>
              <a:ext cx="475200" cy="164160"/>
            </a:xfrm>
            <a:prstGeom prst="ellipse">
              <a:avLst/>
            </a:prstGeom>
            <a:solidFill>
              <a:srgbClr val="2BAA83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91" name="Oval 20"/>
            <p:cNvSpPr/>
            <p:nvPr/>
          </p:nvSpPr>
          <p:spPr>
            <a:xfrm rot="1680000">
              <a:off x="4361400" y="5056560"/>
              <a:ext cx="475200" cy="164160"/>
            </a:xfrm>
            <a:prstGeom prst="ellipse">
              <a:avLst/>
            </a:prstGeom>
            <a:solidFill>
              <a:srgbClr val="2BAA83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92" name="Oval 21"/>
            <p:cNvSpPr/>
            <p:nvPr/>
          </p:nvSpPr>
          <p:spPr>
            <a:xfrm rot="19920000">
              <a:off x="4251600" y="4672440"/>
              <a:ext cx="475200" cy="164160"/>
            </a:xfrm>
            <a:prstGeom prst="ellipse">
              <a:avLst/>
            </a:prstGeom>
            <a:solidFill>
              <a:srgbClr val="2BAA83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93" name=""/>
          <p:cNvGrpSpPr/>
          <p:nvPr/>
        </p:nvGrpSpPr>
        <p:grpSpPr>
          <a:xfrm>
            <a:off x="9544680" y="4297680"/>
            <a:ext cx="606240" cy="1645920"/>
            <a:chOff x="9544680" y="4297680"/>
            <a:chExt cx="606240" cy="1645920"/>
          </a:xfrm>
        </p:grpSpPr>
        <p:cxnSp>
          <p:nvCxnSpPr>
            <p:cNvPr id="194" name="Connector 22"/>
            <p:cNvCxnSpPr/>
            <p:nvPr/>
          </p:nvCxnSpPr>
          <p:spPr>
            <a:xfrm flipV="1">
              <a:off x="9875520" y="4297680"/>
              <a:ext cx="91800" cy="1646280"/>
            </a:xfrm>
            <a:prstGeom prst="straightConnector1">
              <a:avLst/>
            </a:prstGeom>
            <a:ln w="63500">
              <a:solidFill>
                <a:srgbClr val="48C78E"/>
              </a:solidFill>
              <a:round/>
            </a:ln>
          </p:spPr>
        </p:cxnSp>
        <p:sp>
          <p:nvSpPr>
            <p:cNvPr id="195" name="Oval 23"/>
            <p:cNvSpPr/>
            <p:nvPr/>
          </p:nvSpPr>
          <p:spPr>
            <a:xfrm rot="19920000">
              <a:off x="9555120" y="5440680"/>
              <a:ext cx="475200" cy="164160"/>
            </a:xfrm>
            <a:prstGeom prst="ellipse">
              <a:avLst/>
            </a:prstGeom>
            <a:solidFill>
              <a:srgbClr val="48C78E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96" name="Oval 24"/>
            <p:cNvSpPr/>
            <p:nvPr/>
          </p:nvSpPr>
          <p:spPr>
            <a:xfrm rot="1680000">
              <a:off x="9664920" y="5056560"/>
              <a:ext cx="475200" cy="164160"/>
            </a:xfrm>
            <a:prstGeom prst="ellipse">
              <a:avLst/>
            </a:prstGeom>
            <a:solidFill>
              <a:srgbClr val="48C78E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97" name="Oval 25"/>
            <p:cNvSpPr/>
            <p:nvPr/>
          </p:nvSpPr>
          <p:spPr>
            <a:xfrm rot="19920000">
              <a:off x="9555120" y="4672440"/>
              <a:ext cx="475200" cy="164160"/>
            </a:xfrm>
            <a:prstGeom prst="ellipse">
              <a:avLst/>
            </a:prstGeom>
            <a:solidFill>
              <a:srgbClr val="48C78E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98" name=""/>
          <p:cNvGrpSpPr/>
          <p:nvPr/>
        </p:nvGrpSpPr>
        <p:grpSpPr>
          <a:xfrm>
            <a:off x="1932840" y="2816280"/>
            <a:ext cx="1307160" cy="566640"/>
            <a:chOff x="1932840" y="2816280"/>
            <a:chExt cx="1307160" cy="566640"/>
          </a:xfrm>
        </p:grpSpPr>
        <p:sp>
          <p:nvSpPr>
            <p:cNvPr id="199" name="Isosceles Triangle 26"/>
            <p:cNvSpPr/>
            <p:nvPr/>
          </p:nvSpPr>
          <p:spPr>
            <a:xfrm rot="16200000">
              <a:off x="1932840" y="2962800"/>
              <a:ext cx="383760" cy="383760"/>
            </a:xfrm>
            <a:prstGeom prst="triangle">
              <a:avLst>
                <a:gd name="adj" fmla="val 50000"/>
              </a:avLst>
            </a:prstGeom>
            <a:solidFill>
              <a:srgbClr val="FFD166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00" name="Oval 27"/>
            <p:cNvSpPr/>
            <p:nvPr/>
          </p:nvSpPr>
          <p:spPr>
            <a:xfrm>
              <a:off x="2188800" y="2816280"/>
              <a:ext cx="1051200" cy="566640"/>
            </a:xfrm>
            <a:prstGeom prst="ellipse">
              <a:avLst/>
            </a:prstGeom>
            <a:solidFill>
              <a:srgbClr val="F47C48"/>
            </a:solidFill>
            <a:ln w="19050">
              <a:solidFill>
                <a:srgbClr val="DDF6FF"/>
              </a:solidFill>
              <a:round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01" name="Oval 28"/>
            <p:cNvSpPr/>
            <p:nvPr/>
          </p:nvSpPr>
          <p:spPr>
            <a:xfrm>
              <a:off x="2901960" y="2971800"/>
              <a:ext cx="109440" cy="109440"/>
            </a:xfrm>
            <a:prstGeom prst="ellipse">
              <a:avLst/>
            </a:prstGeom>
            <a:solidFill>
              <a:srgbClr val="16283D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32760" rIns="90000" bIns="3276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02" name="Isosceles Triangle 29"/>
            <p:cNvSpPr/>
            <p:nvPr/>
          </p:nvSpPr>
          <p:spPr>
            <a:xfrm>
              <a:off x="2572920" y="2926080"/>
              <a:ext cx="328680" cy="292320"/>
            </a:xfrm>
            <a:prstGeom prst="triangle">
              <a:avLst>
                <a:gd name="adj" fmla="val 50000"/>
              </a:avLst>
            </a:prstGeom>
            <a:solidFill>
              <a:srgbClr val="F7D36A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203" name=""/>
          <p:cNvGrpSpPr/>
          <p:nvPr/>
        </p:nvGrpSpPr>
        <p:grpSpPr>
          <a:xfrm>
            <a:off x="6629400" y="3337560"/>
            <a:ext cx="1298520" cy="566640"/>
            <a:chOff x="6629400" y="3337560"/>
            <a:chExt cx="1298520" cy="566640"/>
          </a:xfrm>
        </p:grpSpPr>
        <p:sp>
          <p:nvSpPr>
            <p:cNvPr id="204" name="Isosceles Triangle 30"/>
            <p:cNvSpPr/>
            <p:nvPr/>
          </p:nvSpPr>
          <p:spPr>
            <a:xfrm rot="5400000">
              <a:off x="7544160" y="3483720"/>
              <a:ext cx="383760" cy="383760"/>
            </a:xfrm>
            <a:prstGeom prst="triangle">
              <a:avLst>
                <a:gd name="adj" fmla="val 50000"/>
              </a:avLst>
            </a:prstGeom>
            <a:solidFill>
              <a:srgbClr val="FFD166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05" name="Oval 31"/>
            <p:cNvSpPr/>
            <p:nvPr/>
          </p:nvSpPr>
          <p:spPr>
            <a:xfrm>
              <a:off x="6629400" y="3337560"/>
              <a:ext cx="1051200" cy="566640"/>
            </a:xfrm>
            <a:prstGeom prst="ellipse">
              <a:avLst/>
            </a:prstGeom>
            <a:solidFill>
              <a:srgbClr val="55C7D9"/>
            </a:solidFill>
            <a:ln w="19050">
              <a:solidFill>
                <a:srgbClr val="DDF6FF"/>
              </a:solidFill>
              <a:round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06" name="Oval 32"/>
            <p:cNvSpPr/>
            <p:nvPr/>
          </p:nvSpPr>
          <p:spPr>
            <a:xfrm>
              <a:off x="7342560" y="3493080"/>
              <a:ext cx="109440" cy="109440"/>
            </a:xfrm>
            <a:prstGeom prst="ellipse">
              <a:avLst/>
            </a:prstGeom>
            <a:solidFill>
              <a:srgbClr val="16283D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32760" rIns="90000" bIns="3276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07" name="Isosceles Triangle 33"/>
            <p:cNvSpPr/>
            <p:nvPr/>
          </p:nvSpPr>
          <p:spPr>
            <a:xfrm>
              <a:off x="7013520" y="3447360"/>
              <a:ext cx="328680" cy="292320"/>
            </a:xfrm>
            <a:prstGeom prst="triangle">
              <a:avLst>
                <a:gd name="adj" fmla="val 50000"/>
              </a:avLst>
            </a:prstGeom>
            <a:solidFill>
              <a:srgbClr val="F7D36A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208" name=""/>
          <p:cNvGrpSpPr/>
          <p:nvPr/>
        </p:nvGrpSpPr>
        <p:grpSpPr>
          <a:xfrm>
            <a:off x="8052840" y="2520000"/>
            <a:ext cx="1307160" cy="566640"/>
            <a:chOff x="8052840" y="2520000"/>
            <a:chExt cx="1307160" cy="566640"/>
          </a:xfrm>
        </p:grpSpPr>
        <p:sp>
          <p:nvSpPr>
            <p:cNvPr id="209" name="Isosceles Triangle 34"/>
            <p:cNvSpPr/>
            <p:nvPr/>
          </p:nvSpPr>
          <p:spPr>
            <a:xfrm rot="16200000">
              <a:off x="8052840" y="2666520"/>
              <a:ext cx="383760" cy="383760"/>
            </a:xfrm>
            <a:prstGeom prst="triangle">
              <a:avLst>
                <a:gd name="adj" fmla="val 50000"/>
              </a:avLst>
            </a:prstGeom>
            <a:solidFill>
              <a:srgbClr val="FFD166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10" name="Oval 35"/>
            <p:cNvSpPr/>
            <p:nvPr/>
          </p:nvSpPr>
          <p:spPr>
            <a:xfrm>
              <a:off x="8308800" y="2520000"/>
              <a:ext cx="1051200" cy="566640"/>
            </a:xfrm>
            <a:prstGeom prst="ellipse">
              <a:avLst/>
            </a:prstGeom>
            <a:solidFill>
              <a:srgbClr val="B38AE8"/>
            </a:solidFill>
            <a:ln w="19050">
              <a:solidFill>
                <a:srgbClr val="DDF6FF"/>
              </a:solidFill>
              <a:round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11" name="Oval 36"/>
            <p:cNvSpPr/>
            <p:nvPr/>
          </p:nvSpPr>
          <p:spPr>
            <a:xfrm>
              <a:off x="9021960" y="2675520"/>
              <a:ext cx="109440" cy="109440"/>
            </a:xfrm>
            <a:prstGeom prst="ellipse">
              <a:avLst/>
            </a:prstGeom>
            <a:solidFill>
              <a:srgbClr val="16283D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32760" rIns="90000" bIns="3276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12" name="Isosceles Triangle 37"/>
            <p:cNvSpPr/>
            <p:nvPr/>
          </p:nvSpPr>
          <p:spPr>
            <a:xfrm>
              <a:off x="8692920" y="2629800"/>
              <a:ext cx="328680" cy="292320"/>
            </a:xfrm>
            <a:prstGeom prst="triangle">
              <a:avLst>
                <a:gd name="adj" fmla="val 50000"/>
              </a:avLst>
            </a:prstGeom>
            <a:solidFill>
              <a:srgbClr val="F7D36A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213" name="Oval 38"/>
          <p:cNvSpPr/>
          <p:nvPr/>
        </p:nvSpPr>
        <p:spPr>
          <a:xfrm>
            <a:off x="3840480" y="2011680"/>
            <a:ext cx="200880" cy="200880"/>
          </a:xfrm>
          <a:prstGeom prst="ellipse">
            <a:avLst/>
          </a:prstGeom>
          <a:noFill/>
          <a:ln w="19050">
            <a:solidFill>
              <a:srgbClr val="BDE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Oval 39"/>
          <p:cNvSpPr/>
          <p:nvPr/>
        </p:nvSpPr>
        <p:spPr>
          <a:xfrm>
            <a:off x="4160520" y="2743200"/>
            <a:ext cx="145800" cy="145800"/>
          </a:xfrm>
          <a:prstGeom prst="ellipse">
            <a:avLst/>
          </a:prstGeom>
          <a:noFill/>
          <a:ln w="19050">
            <a:solidFill>
              <a:srgbClr val="BDE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Oval 40"/>
          <p:cNvSpPr/>
          <p:nvPr/>
        </p:nvSpPr>
        <p:spPr>
          <a:xfrm>
            <a:off x="3703320" y="3246120"/>
            <a:ext cx="109440" cy="109440"/>
          </a:xfrm>
          <a:prstGeom prst="ellipse">
            <a:avLst/>
          </a:prstGeom>
          <a:noFill/>
          <a:ln w="19050">
            <a:solidFill>
              <a:srgbClr val="BDE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Oval 41"/>
          <p:cNvSpPr/>
          <p:nvPr/>
        </p:nvSpPr>
        <p:spPr>
          <a:xfrm>
            <a:off x="10698480" y="1920240"/>
            <a:ext cx="182520" cy="182520"/>
          </a:xfrm>
          <a:prstGeom prst="ellipse">
            <a:avLst/>
          </a:prstGeom>
          <a:noFill/>
          <a:ln w="19050">
            <a:solidFill>
              <a:srgbClr val="BDE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Oval 42"/>
          <p:cNvSpPr/>
          <p:nvPr/>
        </p:nvSpPr>
        <p:spPr>
          <a:xfrm>
            <a:off x="10972800" y="2606040"/>
            <a:ext cx="127800" cy="127800"/>
          </a:xfrm>
          <a:prstGeom prst="ellipse">
            <a:avLst/>
          </a:prstGeom>
          <a:noFill/>
          <a:ln w="19050">
            <a:solidFill>
              <a:srgbClr val="BDE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Oval 43"/>
          <p:cNvSpPr/>
          <p:nvPr/>
        </p:nvSpPr>
        <p:spPr>
          <a:xfrm>
            <a:off x="10561320" y="3108960"/>
            <a:ext cx="91080" cy="91080"/>
          </a:xfrm>
          <a:prstGeom prst="ellipse">
            <a:avLst/>
          </a:prstGeom>
          <a:noFill/>
          <a:ln w="19050">
            <a:solidFill>
              <a:srgbClr val="BDE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440" rIns="90000" bIns="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Oval 44"/>
          <p:cNvSpPr/>
          <p:nvPr/>
        </p:nvSpPr>
        <p:spPr>
          <a:xfrm>
            <a:off x="5577840" y="1920240"/>
            <a:ext cx="145800" cy="145800"/>
          </a:xfrm>
          <a:prstGeom prst="ellipse">
            <a:avLst/>
          </a:prstGeom>
          <a:noFill/>
          <a:ln w="19050">
            <a:solidFill>
              <a:srgbClr val="BDE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TextBox 47"/>
          <p:cNvSpPr/>
          <p:nvPr/>
        </p:nvSpPr>
        <p:spPr>
          <a:xfrm>
            <a:off x="685800" y="6446520"/>
            <a:ext cx="1088100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9000" rIns="27360" bIns="9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E4F7FF"/>
                </a:solidFill>
                <a:effectLst/>
                <a:uFillTx/>
                <a:latin typeface="Aptos"/>
              </a:rPr>
              <a:t>Рыбы: перемещение по траектории   •   Водоросли: покачивание   •   Пузыри: появление / мигание</a:t>
            </a:r>
            <a:endParaRPr lang="ru-RU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" dur="indefinite" restart="never" nodeType="tmRoot">
          <p:childTnLst>
            <p:seq>
              <p:cTn id="30" dur="indefinite" nodeType="mainSeq"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08675367625347 -0.00204724409448819 C -0.0312998287367862 0.00724409448818898 0.01993711534202 0.0118004250875746 0.00280517333018367 -0.0169028871391076 C -0.000584948460330793 -0.0225827875364114 -0.0271894200028069 0.0283553906408221 -0.00761826020197243 -0.0131758530183727 C 0.000862315432584428 -0.0311721729418345 -0.0535048541563399 -0.0138052471069334 -0.0315655819996456 -0.0317060367454068 C -0.0146458214936141 -0.0455112838560957 0.000673675951729666 -0.0817439218762718 -0.0242721313411681 -0.0446719160104987 C -0.040724778934819 -0.0202216089533695 -0.0309178852121759 -0.0526505085032874 -0.0326285950510837 -0.078005249343832 C -0.0361738942117672 -0.130550771311909 -0.0486634559677945 -0.0674625189096838 -0.0638693675072344 -0.0613123359580052 C -0.087729186824607 -0.0516619934832889 -0.0691539654831628 -0.0854253809448532 -0.0576094017598771 -0.0835695538057742 C -0.0469487941355039 -0.0818558255590775 -0.0212000560078603 -0.0655648643800877 -0.0274021142148467 -0.105774278215223 C -0.0316530177000033 -0.133333893378998 -0.0565398671807823 -0.122309689721813 -0.0565759168487568 -0.0909711286089238 C -0.0565989234677501 -0.0709711015398604 -0.0907974696677893 -0.0668215356226089 -0.0711628181657119 -0.103937007874016 C -0.0478930816848362 -0.147923898018825 -0.0875231858531429 -0.0983236998281393 -0.0909466721785862 -0.0928083989501312 C -0.114600491168452 -0.0547016515466182 -0.088497045909705 -0.116528245962833 -0.106567058406662 -0.126141732283464 C -0.120564607330769 -0.133588613968076 -0.135645587155853 -0.0911849274920049 -0.140967341876809 -0.120577427821522 C -0.144769783559105 -0.141578634051448 -0.117925087776704 -0.152183883651468 -0.122216972775055 -0.178005249343832 C -0.130297380223277 -0.226619589137194 -0.143245620846215 -0.172561852451932 -0.153457745231205 -0.163202099737533 C -0.171710754233502 -0.146472607996685 -0.172238191185319 -0.19317997455753 -0.155524715053446 -0.200209973753281 C -0.143034860035104 -0.205463439282606 -0.1508291386527 -0.257108962280576 -0.164914663674482 -0.250236220472441 C -0.177079655763559 -0.24430056315069 -0.172529423090996 -0.191560458604688 -0.187828500561035 -0.205774278215223 C -0.20648678712312 -0.223109017512708 -0.171214916278087 -0.238838897123226 -0.175338097206638 -0.261312335958005 C -0.179719023588974 -0.285190618963084 -0.202825220240519 -0.290860506617335 -0.213872320321266 -0.268713910761155 C -0.223406335023998 -0.24960066212894 -0.244929320472203 -0.244313056023422 -0.253469556487333 -0.26503937007874 C -0.262557622897932 -0.287095214700362 -0.240742928010394 -0.302047244094488 -0.240949624992618 -0.326141732283465 L -0.257633024272131 -0.340944881889764 L -0.269089942715408 -0.344671916010499 L -0.274286895411327 -0.346509186351706 E">
                                      <p:cBhvr>
                                        <p:cTn id="34" dur="50000" fill="hold"/>
                                        <p:tgtEl>
                                          <p:spTgt spid="213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72054568003307 -0.00923884514435696 C 0.00221461052382921 -0.00341207349081365 -0.0119918081798155 -0.00011031518140414 -0.00605326876513317 -0.0120209973753281 C -0.00277902627128212 -0.0185880097409751 0.00215575656812392 -0.00893261843408556 0.00723439437784213 -0.00855643044619423 C 0.0149119171334492 -0.00798773625187798 0.00983244711426644 -0.0314439299977299 0.00685052855371174 -0.0203674540682414 C 0.00422210043918811 -0.0106040349299616 -0.00731840761306867 -0.00634703916850513 -0.00369101753971526 -0.0175853018372703 C 0.000831360824323836 -0.0315963882974665 0.0132579493762486 -0.0203184605028298 0.0217031831335263 -0.0217322834645669 C 0.0264275005976384 -0.0225231850193689 0.0392954385445983 -0.0260322434654067 0.0361424437488927 -0.0404724409448819 C 0.0313523671162344 -0.0624102039287016 0.0302964040639578 -0.035379717311502 0.0279336207405658 -0.030761154855643 C 0.0237706849760719 -0.0226238116478699 0.0174805224711578 -0.0251440574716502 0.013110494301069 -0.0314435695538058 C 0.00499011911176671 -0.0431493068226817 0.0139376171982371 -0.0475513118714507 0.0181893344357173 -0.0481364829396326 C 0.0230913448625788 -0.0488111549644884 0.0280795195999111 -0.0489115352917246 0.0330124608752141 -0.0467191601049869 C 0.0383553218407133 -0.0443446019756221 0.0437311036831748 -0.0428342477042909 0.0490462410677376 -0.0397900262467192 C 0.0578455547626083 -0.0347502581986476 0.0539772016239241 -0.0573744515089412 0.0501978385401288 -0.0606299212598426 C 0.0453845127340488 -0.0647760263615496 0.035787314238083 -0.0795281688173119 0.0318608634028229 -0.0634120734908137 C 0.0297635735702472 -0.0548037591919165 0.027109660121803 -0.0410198140377618 0.0197543258725566 -0.0439370078740158 C 0.0158594073670751 -0.0454817687063419 -0.00369763582509579 -0.0480461493725606 0.00608279690545091 -0.061994750656168 C 0.0121294564827669 -0.0706183408249613 0.020817301387458 -0.0675901851029985 0.0283470147050139 -0.0675590551181103 C 0.0335144252871065 -0.067537691567262 0.0387698639779497 -0.0666243847908157 0.0439674009330893 -0.0675590551181103 C 0.0489866069895566 -0.0684616562940226 0.0568366815165977 -0.073855315081552 0.0545089470265163 -0.0862992125984253 C 0.0527027405188453 -0.0959550598488487 0.0441764611929692 -0.109130670566123 0.0388885607984409 -0.0967454068241471 C 0.0342254772568272 -0.0858235824317065 0.0258106007493719 -0.0803893564713268 0.0185732002598476 -0.0835170603674542 C 0.0151213814671849 -0.0850087930831114 -0.00130278088994198 -0.0933973458725833 0.00998051142739028 -0.104356955380578 C 0.0162074115519274 -0.110405224971659 0.0248221885189394 -0.109407307485459 0.0287308805291443 -0.121732283464567 C 0.0329129084367846 -0.134919148372587 0.0242410904783067 -0.146556945385617 0.0185732002598477 -0.152283464566929 C 0.0106286167200917 -0.160310227308343 0.00513729142562858 -0.145408069287415 0.000590562806354483 -0.138425196850394 C -0.00484322010083637 -0.130079985145755 -0.0119646127860916 -0.130366230499171 -0.0181598062953995 -0.125879265091864 C -0.0382742067053679 -0.111311097254547 -0.0216441268528908 -0.148136482939633 -0.013848697809012 -0.144671916010499 C -0.00853363255182189 -0.142309711286089 -0.00298469038561669 -0.15233827845345 -0.000177168841906288 -0.161312335958005 C 0.00300952267010748 -0.171498385266214 -0.00383534360842563 -0.180385187195563 -0.00915372349849402 -0.183517060367454 C -0.0180088659431448 -0.188731652711161 -0.0245340604713694 -0.176269630068794 -0.0275202267761176 -0.165459317585302 C -0.0310302524337793 -0.152752565746308 -0.0395638816534464 -0.14085362534698 -0.0470678556664501 -0.14745406824147 C -0.0537078693364918 -0.153294577679775 -0.06852694638564 -0.158684855691069 -0.0665859564164649 -0.175905511811024 C -0.0653674337115234 -0.186716366482814 -0.0575507579771452 -0.185619151135127 -0.0525305616252289 -0.188398950131234 C -0.0467434582949218 -0.19160340328411 -0.0403364896721978 -0.191186650623284 -0.0345479241717357 -0.194645669291339 C -0.0297949417124258 -0.197485864336964 -0.0179813492642959 -0.202311934407846 -0.0248036378668872 -0.214803149606299 C -0.0298221338021717 -0.223991724929306 -0.0372632909147349 -0.22804150131481 -0.044321738616902 -0.230761154855643 C -0.0510234089105897 -0.233343340360557 -0.0579394522814971 -0.237714524421538 -0.0650209649796257 -0.232860892388452 C -0.0726444914530533 -0.22763576692814 -0.0777476199400144 -0.214232494794161 -0.0865174511309279 -0.214120734908137 C -0.0942243240065778 -0.214022521018333 -0.0995333029554733 -0.225625387336457 -0.103702828795843 -0.23490813648294 C -0.109011841002801 -0.246727760684729 -0.098121791749556 -0.256581534385158 -0.0927478887379675 -0.257165354330709 C -0.0874916588025274 -0.257736390292485 -0.0826197738443807 -0.262729792023129 -0.0779247622984707 -0.266876640419948 C -0.0732888815027765 -0.270971261840466 -0.0760900007226214 -0.292274605797236 -0.0822063426445405 -0.283517060367454 C -0.0880784298386949 -0.275109245528628 -0.0955534666932545 -0.275866246421985 -0.102137837359003 -0.275223097112861 C -0.108988778782619 -0.274553909658642 -0.115808016282439 -0.276644948101647 -0.121655938109018 -0.282152230971129 C -0.126231451078588 -0.286461222257892 -0.138309809248214 -0.288293963254593 -0.135327467076124 -0.303674540682415 L -0.132610878166893 -0.311338582677165 L -0.132227012342763 -0.314120734908136 E">
                                      <p:cBhvr>
                                        <p:cTn id="36" dur="50000" fill="hold"/>
                                        <p:tgtEl>
                                          <p:spTgt spid="21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442922104765842 -0.0111811023622047 C -0.00519695269591921 -0.00682414698162727 -0.0103846038858094 -0.016598119515889 -0.0128447410382095 -0.0236745406824147 C -0.0172646710197686 -0.036388175792373 -0.00531450046806101 -0.0427797368089777 -0.00112206933207356 -0.0458792650918635 C 0.00398686413280542 -0.0496563775252307 0.0101805234380383 -0.0517136625194502 0.0133467194236106 -0.0604724409448819 C 0.0162337983085309 -0.0684590862331043 0.0154427167977557 -0.0830406762158105 0.00941947676135351 -0.0854593175853019 C 0.00197788407394962 -0.0884475006595084 0.00239387903216145 -0.0677028588863432 -0.00386818638162179 -0.0646719160104988 C -0.00921069038097033 -0.0620860560160704 -0.01685202406565 -0.0585926636090196 -0.0206401700820883 -0.0688188976377954 C -0.0248246299051108 -0.0801149947915344 -0.0167724702845885 -0.0929701683793784 -0.0104824898127917 -0.095223097112861 C -0.000797745609397568 -0.0986919534296791 0.00753020803095061 -0.109760959565055 0.0168605681214196 -0.115328083989501 C 0.0203749495619616 -0.117425001853845 0.0365005176761317 -0.131537557048034 0.020758282643359 -0.114645669291339 C 0.0151221394729432 -0.108597919552047 0.00696684459332192 -0.108705806201269 0.000442922104765722 -0.113280839895013 C -0.00478535883263693 -0.116947278527743 -0.014330689042764 -0.121004030037999 -0.0112797496013702 -0.134803149606299 C -0.00798213443948301 -0.149717960858119 0.00153564547184152 -0.157993511619477 0.010216736549932 -0.158425196850394 C 0.0142032256466165 -0.158623433276065 0.0194593558345052 -0.162362582807855 0.0223232740801983 -0.15490813648294 C 0.0272843130311557 -0.141995128707197 0.0131695289339043 -0.135509347614755 0.00903561093722302 -0.135485564304462 C 0.00404529399537522 -0.135456853948721 -0.00351026673082578 -0.128979692489538 -0.00581704364259158 -0.136850393700787 C -0.0100950431832526 -0.151446888053869 0.00525630399802162 -0.149796656984022 0.0109844681981927 -0.15007874015748 C 0.0159159856236067 -0.150321592498425 0.0207876026873205 -0.148185247330704 0.0258371227780073 -0.147296587926509 C 0.0413687170661358 -0.144563199985001 0.021284910057912 -0.12766426039819 0.0215260142916198 -0.144514435695538 C 0.0217573603682295 -0.16068263766064 0.035730661802084 -0.168665886570804 0.0410736431819523 -0.16257217847769 C 0.0502289796344174 -0.152130452432045 0.0563644466476491 -0.181693933494312 0.043022500442922 -0.16745406824147 C 0.0403306523311839 -0.164581057527434 0.0272889050380093 -0.172588597367658 0.0332486859977558 -0.181994750656168 C 0.0422892045701696 -0.196263144758922 0.0555714248600423 -0.192843446051897 0.0668517096793242 -0.191758530183727 C 0.0724910620707393 -0.19121614823206 0.0829489218578753 -0.195433932484893 0.0836532215201085 -0.184094488188976 C 0.0845139135960673 -0.170237077239319 0.0719588423241172 -0.177998771122109 0.0664678438551938 -0.181312335958005 C 0.0623031376374077 -0.183825544467022 0.056377111112849 -0.190019648366713 0.0590267524951277 -0.20005249343832 C 0.0616035972061704 -0.209809694519339 0.0815270977552858 -0.204886615993994 0.060591743931967 -0.203517060367454 C 0.0494300087445057 -0.20278687842943 0.0382126900315753 -0.207204389955385 0.0281698458631074 -0.215328083989501 C 0.0211454186655858 -0.221010169299235 0.0102713559062401 -0.221414911848595 0.0078544853245141 -0.235485564304462 C 0.00522204318338422 -0.250811241549276 0.0293549127724259 -0.248613220672323 0.0262209886021377 -0.257690288713911 C 0.0206736380586026 -0.27375758185763 0.0057879992116387 -0.267613027567252 -0.0034547924171737 -0.277165354330709 C -0.0090941836073099 -0.282993605097199 -0.0152805288064133 -0.288211000163575 -0.0194885726096972 -0.297270341207349 C -0.0249362631289036 -0.308998471574223 -0.0200218978157658 -0.325939392599307 -0.0128447410382096 -0.331338582677166 C -0.00676376001147813 -0.335913147987741 -0.000386332541464274 -0.338338235420673 0.00590562806354443 -0.341049868766404 C 0.0093579768321875 -0.342537720428205 0.0289089542198874 -0.339958036009197 0.00708675367625334 -0.345879265091864 C -0.00475312802768596 -0.349091894897025 -0.0163303066339657 -0.357581360606071 -0.0269001358294456 -0.368136482939633 C -0.0306809837107678 -0.371912070148649 -0.0407470422571769 -0.385344820470611 -0.0323628417882243 -0.390341207349082 C -0.00938815491074457 -0.40403248590053 -0.0436711926658043 -0.408034810154287 -0.0440855134943602 -0.408398950131234 C -0.0489272062053885 -0.41265423673684 -0.0547451721490581 -0.412755905511811 -0.0593220338983052 -0.418110236220473 L -0.0612708911592749 -0.425091863517061 L -0.0546270595877872 -0.433385826771654 L -0.0522943365026871 -0.435485564304462 E">
                                      <p:cBhvr>
                                        <p:cTn id="38" dur="50000" fill="hold"/>
                                        <p:tgtEl>
                                          <p:spTgt spid="21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17705922401997 -0.00687664041994751 C -0.00747337315696544 -0.00162729658792651 -0.0221159771204238 -0.00598739055726374 -0.0163444658148066 -0.0165879265091864 C -0.0132846637317932 -0.022207865597789 -0.0379505095361567 -0.0140259145551419 -0.0279206450230208 -0.0228346456692914 C -0.0140423130128199 -0.0350232943624661 -0.0309053820510139 -0.013223351001573 -0.0373884479493266 -0.0159055118110236 C -0.0503183577775688 -0.0212548477509942 -0.0429195602603081 -0.0336068122238449 -0.0331716953855097 -0.0360629921259842 C -0.00687825514806941 -0.042688178287137 -0.0327345642688784 -0.0293991343064913 -0.0410880516138074 -0.0270341207349081 C -0.0540570116412112 -0.0233623887734359 -0.0670650618432286 -0.041829135425889 -0.0473733997749684 -0.0408923884514434 C -0.0416849807855898 -0.0406217861397031 -0.0363542306146154 -0.0449879107916881 -0.0305461702042653 -0.045774278215223 C -0.0103774435260199 -0.0485049711683626 -0.0423158959922283 -0.0328128153358248 -0.0458219530769604 -0.0402099737532808 C -0.0493570803466841 -0.0476684651035475 -0.0585896058332518 -0.0430021068891672 -0.0647575589295719 -0.0450918635170603 C -0.0791960070585367 -0.0499837364289987 -0.0603819648995535 -0.0621065884835092 -0.0552897560032661 -0.0624671916010498 C -0.0299895187128765 -0.0642588196797963 -0.0621757715161269 -0.0556843783118697 -0.0663487863121443 -0.058267716535433 C -0.0718424929300984 -0.061668639606386 -0.0806180585508047 -0.0559695215082449 -0.0842103136815195 -0.0624671916010498 C -0.0923135951648813 -0.0771244049202896 -0.0594653673580777 -0.0780733903447231 -0.0663487863121443 -0.0791076115485564 C -0.0755367817915609 -0.080488091192313 -0.089365434169703 -0.0675192593089357 -0.0942350461917256 -0.0784251968503937 C -0.0993504046156459 -0.0898815057351976 -0.0813872903425412 -0.09087112758312 -0.0742253618558776 -0.0943832020997375 C -0.0696122051669956 -0.0966454070461225 -0.0501180952529211 -0.097842589921785 -0.0737082129565416 -0.0964829396325459 C -0.0847272918493657 -0.0958478392065112 -0.0951098210211679 -0.100375380116401 -0.10581122539994 -0.101312335958005 C -0.111897274557197 -0.101845196796485 -0.120849410086605 -0.11318273842815 -0.108436750581184 -0.116587926509186 C -0.105732743820398 -0.117329721737586 -0.0755778314888131 -0.122760053141595 -0.0968605713729699 -0.122834645669291 C -0.105532730018904 -0.12286504016913 -0.114244987838536 -0.125878109783041 -0.122638454970643 -0.129133858267717 C -0.142529054628689 -0.13684923841715 -0.104931189274667 -0.147790392099271 -0.101594472836123 -0.146456692913386 C -0.0953439841411128 -0.143958347058274 -0.0777596651001508 -0.141529730085978 -0.0821417180841753 -0.147874015748032 C -0.0875855007092158 -0.155755461312768 -0.0982138930022954 -0.148230502898622 -0.106328374299276 -0.149238845144357 C -0.124827177098279 -0.151537590273599 -0.0999233329893156 -0.162312468649043 -0.0942350461917257 -0.161049868766404 C -0.0741454488991952 -0.156590683762834 -0.110296828434994 -0.148353187668754 -0.113170652044337 -0.155485564304462 C -0.11630372051252 -0.163261345764357 -0.12657649126714 -0.155126065847335 -0.133180336380185 -0.155485564304462 C -0.150683589903619 -0.156438402011687 -0.128450315232106 -0.156381404326779 -0.134214634178857 -0.14509186351706 C -0.139787811539392 -0.134176677554457 -0.145913028206251 -0.122271070040919 -0.155815545897278 -0.118687664041995 C -0.162740271293954 -0.116181826304403 -0.17001807507904 -0.118243261400474 -0.177376676931134 -0.118687664041995 C -0.187402274695352 -0.119293132610453 -0.186055545402102 -0.10100262566787 -0.18998715393802 -0.0922834645669292 C -0.19365366031898 -0.0841522227301182 -0.199215721887551 -0.0755243475376225 -0.207371313092623 -0.0749606299212599 C -0.215923622334741 -0.0743694910008388 -0.223568889212144 -0.0798880098692795 -0.228415295227143 -0.0881364829396326 C -0.233315162702397 -0.096475946202273 -0.230496618755481 -0.106559053279513 -0.231597749992288 -0.115905511811024 C -0.231968511144311 -0.119052551524947 -0.22650165342908 -0.138840940295395 -0.235774721871541 -0.122834645669291 C -0.242254805847618 -0.111649336947957 -0.242910244499779 -0.137704439974654 -0.239991474435358 -0.142992125984252 C -0.233521974207692 -0.15471236604698 -0.221135614406053 -0.158213643491253 -0.211070916757104 -0.156167979002625 C -0.204348165342149 -0.154801569964308 -0.227231390628462 -0.160160057676177 -0.225789770045899 -0.169396325459318 C -0.22420805605572 -0.179530152727279 -0.210433617860549 -0.193491219722638 -0.207888461991959 -0.184671916010499 C -0.205222348146272 -0.175433476814521 -0.221731276622005 -0.171236293420411 -0.228415295227143 -0.17496062992126 C -0.246037275322063 -0.184779600747326 -0.218229594950932 -0.16466442735603 -0.234740424072869 -0.15758530183727 C -0.243450551789121 -0.153850777851079 -0.252009913582425 -0.133850442157668 -0.25948400987187 -0.141627296587927 C -0.265177325611223 -0.147551235217536 -0.244877113245948 -0.128537794790486 -0.253158881026144 -0.122834645669291 C -0.258521918714504 -0.119141448215429 -0.266395696471928 -0.129804539309451 -0.270543040180748 -0.123569553805774 C -0.277534303374314 -0.113059109597455 -0.283671961132859 -0.107197359159583 -0.291587022315268 -0.104094488188976 C -0.298669281760322 -0.101318093069352 -0.306226314234934 -0.100472440944882 -0.31366530224846 -0.101312335958005 L -0.318956133295513 -0.101312335958005 L -0.325241481456674 -0.101312335958005 L -0.325798411040574 -0.101312335958005 E">
                                      <p:cBhvr>
                                        <p:cTn id="40" dur="50000" fill="hold"/>
                                        <p:tgtEl>
                                          <p:spTgt spid="21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36225122541782 -0.0135433070866142 C -0.00623043760703951 -0.0101837270341208 -0.0130234361032228 -0.0108861802638476 -0.0196066851709679 -0.00929133858267719 C -0.0277579955611984 -0.00731662223323952 -0.0360538593279395 -0.00745406824146984 -0.0442331541959487 -0.00818897637795278 C -0.0524124490639579 -0.00892388451443572 -0.0606808263096096 -0.0120714040479769 -0.0682690604145751 -0.0177952755905512 C -0.0745295243194443 -0.0225175984251809 -0.0830563838782254 -0.0204821895115098 -0.0875214079017304 -0.0295538057742782 C -0.0940113296281806 -0.0427394189239122 -0.10045462849176 -0.0386925154624901 -0.107334790054922 -0.0391601049868766 C -0.115130115248579 -0.0396898908598213 -0.123105290328464 -0.0368328537395504 -0.130780133467194 -0.040262467191601 C -0.13931625140294 -0.0440769536080058 -0.147935673758302 -0.0476678935908311 -0.156617256245202 -0.0498687664041995 C -0.164500961044611 -0.0518673688004587 -0.16978273487666 -0.0632693549924638 -0.176460166538712 -0.0690813648293963 C -0.182568430447916 -0.0743979733285341 -0.189865369677704 -0.0721720921058471 -0.196893639638576 -0.0701837270341207 C -0.203595956805994 -0.0682875771381264 -0.213637128511065 -0.0672435802539276 -0.216116458985413 -0.0829921259842519 C -0.218893137519548 -0.100629407228385 -0.209438689696925 -0.114006194053909 -0.202887852123073 -0.123569553805774 C -0.196062437815651 -0.133533759411782 -0.189094246460512 -0.143452129832363 -0.1812732534105 -0.151338582677165 C -0.173060460162319 -0.15962011499176 -0.164205423552704 -0.162673842315126 -0.155406602492175 -0.16740157480315 C -0.147108629899677 -0.17186019424096 -0.138459347034936 -0.174393591602102 -0.13018957066084 -0.179160104986877 C -0.123340934632632 -0.183107504991326 -0.116223075943654 -0.18514917481592 -0.109136006614304 -0.186614173228347 C -0.100986554570872 -0.188298781315405 -0.0933378052180615 -0.192587020906184 -0.0851001003956772 -0.194068241469816 C -0.077865054350181 -0.195369174097591 -0.0707496261284994 -0.198128535968349 -0.0634855016831041 -0.198372703412074 C -0.0566942162419374 -0.198600977420626 -0.0498417640655241 -0.19917275721765 -0.0430520285832399 -0.196220472440945 C -0.0361997558145992 -0.193240995459334 -0.0286425211823502 -0.194804172781162 -0.0219984645367036 -0.199422572178478 C -0.0155024986905363 -0.203938031083931 -0.00841509170065449 -0.20303116461782 -0.00156499143683939 -0.203727034120735 C 0.00605370499491951 -0.204500981697362 0.0133767137267807 -0.200266120041994 0.0206696982224059 -0.197322834645669 C 0.0291152130555135 -0.193914413787564 0.0350525180575841 -0.182419848040039 0.0411031713222701 -0.172703412073491 C 0.0466570786507742 -0.163784675110573 0.049636803874092 -0.149711286089239 0.0488986003661489 -0.136377952755906 C 0.0481603968582059 -0.123044619422572 0.0510607196646278 -0.109866313800755 0.0495186913128211 -0.0968503937007874 C 0.0473106447916439 -0.0782127616086257 0.0615666360985624 -0.0707607285084278 0.0567235575503455 -0.0541207349081365 C 0.0523538563069126 -0.0391071851583233 0.0437882781709964 -0.0276726510725669 0.0344888678911002 -0.020997375328084 C 0.0266028977588027 -0.0153366910952737 0.0193704600484261 -0.00635170603674544 0.0110435244788283 -0.00283464566929134 L 0.00442922104765836 -0.00929133858267717 L 0.00383865824130391 -0.0103412073490814 E">
                                      <p:cBhvr>
                                        <p:cTn id="42" dur="50000" fill="hold"/>
                                        <p:tgtEl>
                                          <p:spTgt spid="21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62404771747475 -0.00377952755905512 C -0.00655524715053446 -0.00078740157480315 -0.0115778806923067 -0.0167978783463165 -0.0116045591448651 -0.0283464566929134 C -0.011636936977624 -0.0423621848349755 -0.0129024753302167 -0.0561679524956105 -0.0128152128978917 -0.0700262467191601 C -0.0127253064858377 -0.0843044358279341 -0.01138058349597 -0.0985312450590411 -0.0109844681981929 -0.112755905511811 C -0.0106423789864479 -0.125040467377854 -0.0105054946473275 -0.138485679588449 -0.0146164294572728 -0.149081364829396 C -0.0196296944833832 -0.162002751497365 -0.0266354624045549 -0.173746361649743 -0.035049902557137 -0.177900262467192 C -0.045563001968626 -0.183090194470678 -0.0465116598731767 -0.156690278851686 -0.0446465481603969 -0.145879265091864 C -0.0423186628848346 -0.132385810746503 -0.0377990130560793 -0.120258823102635 -0.0332486859977559 -0.108451443569554 C -0.028290950987715 -0.0955869047929574 -0.0298238016677681 -0.0793700135920265 -0.0290261619323215 -0.0646719160104987 C -0.0282883383694937 -0.0510760503051352 -0.034607725904472 -0.0345312777064965 -0.0440559853540424 -0.0369028871391076 C -0.0523836695368912 -0.0389932207571952 -0.0614175402476796 -0.0414713124888435 -0.0668812378196421 -0.0529133858267717 C -0.0726972899747928 -0.065093359996269 -0.0745325374614656 -0.0815204319757183 -0.0770979743695742 -0.0966929133858268 C -0.0790503434325484 -0.108239595052415 -0.0798899376236796 -0.119267972058373 -0.0807004074883364 -0.130918635170604 C -0.0816025728869271 -0.143887439550446 -0.0853968102059684 -0.154383160891876 -0.0855134943601252 -0.167244094488189 C -0.0856330353330048 -0.180419906794094 -0.0890895942679521 -0.192491399041357 -0.0915372349849407 -0.204619422572179 C -0.0946408851278509 -0.219997963100367 -0.101217490010432 -0.232135343882181 -0.10774818401937 -0.243097112860892 C -0.113383088406636 -0.252555299085172 -0.120060304744119 -0.265288141836045 -0.12759109431288 -0.263359580052493 C -0.137688611394036 -0.260773704378546 -0.13812985807477 -0.233440635596544 -0.13420539774405 -0.218530183727034 C -0.129950562791593 -0.202364518533603 -0.124910936730017 -0.186869345932432 -0.119766137128684 -0.171496062992126 C -0.115196175082469 -0.157840464133678 -0.113125522331388 -0.142100162942715 -0.113771924644186 -0.126614173228346 C -0.114365704316787 -0.112388874648104 -0.114746683151791 -0.0896143991795765 -0.125789877753499 -0.0881889763779528 C -0.132640738639348 -0.0873046875766008 -0.139962359391071 -0.0872993697850304 -0.146223350853363 -0.0945931758530184 C -0.155553217805661 -0.10546209982457 -0.161544323962953 -0.122156821016708 -0.167247386759582 -0.138372703412073 C -0.171790589972298 -0.151290683035092 -0.176017517599823 -0.164461693768112 -0.179885430815567 -0.177900262467192 C -0.183783418508416 -0.191443321082181 -0.188323317413909 -0.204259128481368 -0.192493946731235 -0.21742782152231 C -0.196236863137765 -0.229246018126535 -0.199466621314271 -0.241257133349344 -0.202120120474813 -0.253753280839895 C -0.205608475269674 -0.270181021486726 -0.211393415426785 -0.285192761294552 -0.219541723262269 -0.294383202099738 C -0.225448810990367 -0.301045780538381 -0.237492708478323 -0.30645579394519 -0.239975196362133 -0.287926509186352 C -0.241656176390795 -0.275379677506677 -0.239088088072234 -0.262573081042917 -0.236372763243371 -0.250551181102362 C -0.232887178521112 -0.23511901242777 -0.227868863965455 -0.220524914056836 -0.227337152306148 -0.203569553805774 C -0.226923963475006 -0.190393680452067 -0.228128370282601 -0.177000438204309 -0.232770330124609 -0.16509186351706 C -0.237725019540597 -0.152381006256199 -0.245940939128319 -0.144032227554189 -0.254384928837182 -0.146929133858268 C -0.261088879149556 -0.149229079333303 -0.267939453361667 -0.151018688746567 -0.274227839130692 -0.155485564304462 C -0.281758624153758 -0.160834962510437 -0.288635184002996 -0.169033454769819 -0.294661312230556 -0.178950131233596 C -0.301745679325134 -0.190608259599711 -0.306827899384597 -0.205405990032679 -0.310872261264986 -0.220629921259842 C -0.314623328485024 -0.234749822266534 -0.317961172606938 -0.249237034839455 -0.32170908876159 -0.263359580052493 C -0.326849143081645 -0.282727849388601 -0.331605013941343 -0.302305850571141 -0.337329474989666 -0.321049868766404 C -0.344863149668446 -0.345717926434057 -0.351650239626665 -0.37123403302087 -0.360154727455265 -0.394803149606299 C -0.368185998211912 -0.417060804694706 -0.376542845331601 -0.439265091863517 -0.386611941179945 -0.458897637795275 L -0.38900372054568 -0.46745406824147 E">
                                      <p:cBhvr>
                                        <p:cTn id="44" dur="50000" fill="hold"/>
                                        <p:tgtEl>
                                          <p:spTgt spid="21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0" presetClass="pat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0669698222406 -0.00388451443569554 C -0.0063485501683104 -0.00425196850393701 -0.0158027678315723 0.00372939482971054 -0.018425559558259 -0.0145931758530183 C -0.0216788683607738 -0.0373204781699739 -0.0365499683644468 -0.00614122020725072 -0.0358471623457154 -0.0317060367454068 C -0.0353983707418442 -0.0480309894507666 -0.0243601433910474 -0.0544459493335939 -0.0165948148585601 -0.0530708661417323 C -0.00924173114438432 -0.0517687831994056 -0.00200775313021124 -0.0503345315479558 0.00563987480068516 -0.0509186351706037 C 0.0179237430801698 -0.0518568413734957 0.00885844209531694 -0.0318635170603675 0.0206401700820884 -0.0317060367454069 C 0.0324218980688598 -0.0315485564304463 0.0140825379593597 0.00687610123814927 0.0152365204039451 -0.00923884514435703 C 0.0163266767057237 -0.0244624825871486 0.0284638314429675 0.00587868223588507 0.0266639107069038 0.0185301837270341 C 0.0246251731454802 0.0328603099273806 0.0174187082727601 0.0419829259232889 0.0104234335321563 0.0474015748031496 C 0.00386528533414518 0.0524816186477243 -0.00375065963650822 0.056958889008749 -0.011811256127089 0.0527034120734908 C -0.018367089632389 0.0492423532913277 -0.0254537801719251 0.0536390284038053 -0.0322447292269532 0.0548556430446194 C -0.0406903041838834 0.0563686878428403 -0.0501302013585056 0.043312903792424 -0.0466544617020019 0.0270866141732283 C -0.0431025009228209 0.0105044906499169 -0.0342540048865367 0.0183661469911838 -0.0280222051615188 0.0142782152230971 C -0.0207301145966174 0.0094947545871023 -0.0137010571074232 0.00792650918635167 -0.00637807830862803 0.00782152230971124 L -0.00159451957715694 -0.00388451443569556 L -0.00159451957715694 -0.00708661417322837 Z">
                                      <p:cBhvr>
                                        <p:cTn id="46" dur="50000" fill="hold"/>
                                        <p:tgtEl>
                                          <p:spTgt spid="21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0" presetClass="pat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93511570242663 0.0963214334263996 C 0.00129208059266962 0.102318233627171 0.00609141255067613 0.0919350684871035 0.00868429090964227 0.0969877445598187 C 0.0125595965806975 0.104539454099485 0.005015768625473 0.112840396942414 0.0017196151445841 0.117032604490176 L -0.000266351806244359 0.110341730192093 L -0.00127312671881715 0.10365085589401 L -0.00127312671881715 0.0969877445598187 L -0.00193511570242667 0.0963214334263996 E">
                                      <p:cBhvr>
                                        <p:cTn id="48" dur="50000" fill="hold"/>
                                        <p:tgtEl>
                                          <p:spTgt spid="193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8" presetClass="emp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0" dur="50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" presetID="0" presetClass="pat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98045237110967 0.0358530183727034 C -0.0636331423846926 0.0465616797900262 -0.0554239982189482 0.0432516953494276 -0.0477765310340755 0.0459317585301837 C -0.0389472955974774 0.0490259736782605 -0.029853093723563 0.0491277916131456 -0.0207878107836769 0.0484514435695538 C -0.0094491476081478 0.0476054818156218 0.00186110721828779 0.0477853988947091 0.0133171912832929 0.0459317585301837 C 0.0268419207621178 0.0437434030381166 0.0397142938506802 0.0382555600824809 0.0530915962912655 0.0345931758530183 C 0.0688585715751203 0.0302765565732804 0.0842733677381304 0.0223102178161003 0.0999527549754916 0.0169028871391075 C 0.107866351859709 0.014173734873806 0.11559888706973 0.0093194318303107 0.123398098387764 0.00551181102362191 C 0.131189769335372 0.00170787147009485 0.13922724593684 -0.000934712948791575 0.146843441800035 -0.0058267716535435 C 0.155408670887957 -0.0113284163421011 0.164444899595641 -0.0139992640718188 0.173123486682809 -0.0184776902887141 C 0.18387442487397 -0.0240255154090848 0.194530991855861 -0.0303955933858587 0.205072934506585 -0.0373753280839897 C 0.214669183665362 -0.0437289267938854 0.224442009144984 -0.049298732549945 0.234187680859859 -0.0550656167979005 C 0.245200293461506 -0.0615821981069483 0.256482938954924 -0.0661861450733956 0.267584007559204 -0.0727559055118113 C 0.27927866509391 -0.0796769597950641 0.290705543739338 -0.084928929574826 0.302368156853481 -0.0917060367454071 C 0.313560325169076 -0.0982097699485587 0.325130635865874 -0.101911309350801 0.336473158920451 -0.108083989501313 C 0.345386954842842 -0.112934939408233 0.354281078892625 -0.115789936246347 0.362753203803224 -0.121994750656168 C 0.371053066822816 -0.128073403911041 0.379759916494413 -0.129143511753996 0.388324573318372 -0.133333333333334 C 0.396177566110567 -0.13717500957786 0.404387957293823 -0.13863433641375 0.412449063957952 -0.140944881889764 C 0.420687490776227 -0.143306252431993 0.428866583727848 -0.146994795355081 0.437311758105475 -0.147244094488189 C 0.4448708426577 -0.147467236502989 0.452401234305984 -0.149111373063393 0.460048426150121 -0.149763779527559 C 0.475167446240084 -0.15105363162485 0.490373406542419 -0.153527287285159 0.505492234099096 -0.152283464566929 C 0.519724383556738 -0.151112588666778 0.534254310865274 -0.150930434747839 0.548130868717888 -0.144724409448819 C 0.562424159856501 -0.138332008151997 0.577425726019939 -0.133446018544423 0.590031299828737 -0.118215223097113 C 0.601668330769958 -0.104154678089948 0.614070150289497 -0.091659647789143 0.624815449123014 -0.0752755905511814 C 0.636895403791533 -0.0568564966025219 0.648523383142286 -0.0364274898988844 0.656085749719483 -0.0108661417322838 C 0.664084713445574 0.0161709365007585 0.674546506360844 0.0419926673080463 0.678084214256186 0.0724409448818894 C 0.681249394623362 0.0996829595541345 0.681073410677846 0.128402991493003 0.67595818815331 0.155800524934383 C 0.669586963182308 0.18992530608873 0.652244227986317 0.211014944002916 0.636183783145338 0.227769028871391 C 0.626731912749764 0.23762911931977 0.616607313308901 0.245305284762634 0.606360361424438 0.251758530183727 C 0.595435636345448 0.258638618319944 0.58439081555767 0.265296533115784 0.572964034725093 0.269448818897638 C 0.560266324178059 0.274062937584173 0.547420511124915 0.27766836933757 0.534606980452371 0.280787401574803 C 0.521110926538843 0.284072571627263 0.507588691908809 0.283228518988924 0.494123900076773 0.283307086614173 C 0.480599955716814 0.283385999396904 0.467134971170649 0.283572750394625 0.453640819701175 0.280787401574803 C 0.438906068797395 0.277745978693708 0.42414220752377 0.275538057742782 0.409614362487451 0.270708661417323 C 0.395086517451131 0.265879265091863 0.38070903700167 0.261448865125784 0.366296580641351 0.255538057742782 C 0.349734008795247 0.248745449355846 0.333227101199845 0.241764097039721 0.316571192346306 0.236587926509186 C 0.301809151255222 0.232000314825061 0.287368756897903 0.225606671143813 0.272544735132581 0.221469816272966 C 0.256895713958629 0.217102733541146 0.241595366925268 0.20900053144656 0.226362723675663 0.201259842519685 C 0.21008882947849 0.19299002679926 0.193880281677752 0.18400104059291 0.177375538888561 0.177270341207349 C 0.164145441509375 0.171875055171185 0.151299279792495 0.163692586713959 0.138309809248214 0.157060367454068 C 0.125905071001164 0.150726703303899 0.113474578535289 0.144419891488415 0.101370105710742 0.136850393700787 C 0.0883756565126927 0.128724351709383 0.0752969838200695 0.120733729461562 0.0623043760703951 0.112860892388451 C 0.0517335278088163 0.106455514215615 0.0410448747277461 0.100887901297793 0.030354928246619 0.0951706036745404 C 0.0201389507729543 0.0897067986094258 0.00965379036121977 0.0859400734611801 -0.000177168841906435 0.0787926509186349 C -0.011429303909974 0.070611987956297 -0.022796015474023 0.0656705575256473 -0.0342821709088762 0.057322834645669 C -0.0469205061557538 0.0481377490960632 -0.0597944841433887 0.039580052493438 -0.0733479005492236 0.0358530183727031 L -0.078308628122601 0.032073490813648 E">
                                      <p:cBhvr>
                                        <p:cTn id="52" dur="50000" fill="hold"/>
                                        <p:tgtEl>
                                          <p:spTgt spid="19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7" presetClass="pat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52 0 L 0.089 -0.0493 L 0.125 0 L 0.177 0 L 0.177 0.06929 L 0.213 0.11858 L 0.177 0.16655 L 0.177 0.23584 L 0.125 0.23584 L 0.089 0.2838 L 0.052 0.23584 L 0 0.23584 L 0 0.16655 L -0.037 0.11858 L 0 0.06929 L 0 0 Z">
                                      <p:cBhvr>
                                        <p:cTn id="54" dur="50000" fill="hold"/>
                                        <p:tgtEl>
                                          <p:spTgt spid="203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8" presetClass="pat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7 0 L 0.21 0.22251 L -0.04 0.22251 L 0 0 Z">
                                      <p:cBhvr>
                                        <p:cTn id="56" dur="50000" fill="hold"/>
                                        <p:tgtEl>
                                          <p:spTgt spid="20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0" presetClass="path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54337683812673 0.118267716535433 C 0.0006496190869899 0.123149606299213 -0.00289390059136848 0.11269436848573 0.00227366680446465 0.11244094488189 C 0.00566926641553975 0.112274420669485 0.00761826020197248 0.121522309711286 0.00304139845272544 0.119160104986877 L 0.00227366680446465 0.119160104986877 E">
                                      <p:cBhvr>
                                        <p:cTn id="60" dur="50000" fill="hold"/>
                                        <p:tgtEl>
                                          <p:spTgt spid="18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LibreOffice/26.2.4.2$Windows_X86_64 LibreOffice_project/0229ac93fcf0d7cbc6376066c6f35021cef002dc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/>
  <dcterms:modified xsi:type="dcterms:W3CDTF">2026-10-30T15:49:09Z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