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  <a:latin typeface="Arial"/>
              </a:defRPr>
            </a:pPr>
            <a:r>
              <a:t>Смещение контроля: как злоумышленник заставляет браузер исполнять машинный код</a:t>
            </a:r>
          </a:p>
          <a:p>
            <a:br/>
            <a:pPr algn="l">
              <a:defRPr sz="2200">
                <a:solidFill>
                  <a:srgbClr val="22C55E"/>
                </a:solidFill>
                <a:latin typeface="Arial"/>
              </a:defRPr>
            </a:pPr>
            <a:r>
              <a:t>Анатомия скрытых атак «в один клик» (Drive-by Download)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C55E"/>
                </a:solidFill>
                <a:latin typeface="Arial"/>
              </a:defRPr>
            </a:pPr>
            <a:r>
              <a:t>Введение в проблему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Миф о безопасном клике: Обыватели верят, что для заражения нужно обязательно скачать .exe и запустить его вручную.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Реальность угроз: Современные веб-технологии позволяют провести атаку незаметно для пользователя сразу при переходе по ссылке.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Главный вопрос: Как пассивный просмотр веб-страницы (HTML/JS) превращается в запуск вредоносного бинарного файла?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Ответ: Через критический феномен в информационной безопасности — смещение контроля (Control Flow Hijacking).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C55E"/>
                </a:solidFill>
                <a:latin typeface="Arial"/>
              </a:defRPr>
            </a:pPr>
            <a:r>
              <a:t>Базовые понятия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Поток выполнения (Control Flow): Последовательность инструкций, которую процессор выполняет шаг за шагом строго по плану программы.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Права процесса: Браузер работает от имени текущего пользователя. Всё, что делает браузер, ОС считает действиями самого пользователя.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Буфер памяти: Выделенная область в оперативной памяти компьютера для временного хранения данных (текста, картинок, заголовков сайтов).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C55E"/>
                </a:solidFill>
                <a:latin typeface="Arial"/>
              </a:defRPr>
            </a:pPr>
            <a:r>
              <a:t>Суть феномена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Определение: Смещение контроля — это перехват управления процессом, когда из-за технической ошибки процессор отклоняется от легитимного маршрута выполнения.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Аналогия с поваром: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  - Браузер — это исполнительный повар, который готовит блюдо строго по рецепту (коду веб-страницы).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  - Смещение контроля — это ситуация, когда злоумышленник незаметно вписывает свою опасную строчку прямо в середину оригинального рецепта.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  - Повар слепо выполняет подмененный шаг, не осознавая угрозы.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F4444"/>
                </a:solidFill>
                <a:latin typeface="Arial"/>
              </a:defRPr>
            </a:pPr>
            <a:r>
              <a:t>Анатомия атаки: Переполнение буфера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1. Запрос: Пользователь кликает по ссылке и заходит на скомпрометированный или вредоносный сайт.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2. Передача данных: Сайт отправляет браузеру аномально длинные данные (например, заголовок страницы длиной 150 символов вместо ожидаемых 100).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3. Отсутствие проверки: Браузер копирует данные в оперативную память, не выполнив проверку их реальной длины перед записью.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4. Выход за границы: Лишние 50 символов, содержащие машинный код хакера, выходят за пределы буфера и затирают соседние критически важные ячейки.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C55E"/>
                </a:solidFill>
                <a:latin typeface="Arial"/>
              </a:defRPr>
            </a:pPr>
            <a:r>
              <a:t>Ключевой момент: Подмена адреса возврата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Адрес возврата — это специальная 'закладка' в стеке памяти, указывающая процессору, куда возвращаться после обработки текущей функции.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Переполнение памяти затирает эту закладку и записывает туда новый адрес, вычисленный злоумышленником.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Новый адрес указывает прямо на начало вредоносного машинного кода (шелл-кода), пришедшего вместе с заголовком.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Процессор считывает подмененную закладку и мгновенно переходит к выполнению команд хакера. Контроль смещен.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C55E"/>
                </a:solidFill>
                <a:latin typeface="Arial"/>
              </a:defRPr>
            </a:pPr>
            <a:r>
              <a:t>Финал атаки: Выполнение кода в системе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Перехватив управление, скрытый машинный код заставляет браузер выполнить системные функции ОС.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Действие на фоне: Браузер скрытно скачивает полноценный вредоносный бинарный файл (вирус, троян) во временную папку.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Несанкционированный запуск: Операционной системе отдается легитимная команда на запуск этого скачанного файла.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Доверие ОС: Запрос исходит от доверенного процесса (браузера), поэтому система безопасности не блокирует выполнение.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C55E"/>
                </a:solidFill>
                <a:latin typeface="Arial"/>
              </a:defRPr>
            </a:pPr>
            <a:r>
              <a:t>Почему это сложно реализовать сегодня?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Современные операционные системы и браузеры защищены многоуровневыми механизмами: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DEP / NX (Data Execution Prevention): Запрещает исполнение кода из областей памяти, выделенных исключительно под данные.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ASLR (Address Space Layout Randomization): Случайно перемешивает адреса функций в памяти при каждом старте — хакер не знает точный адрес для атаки.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Песочницы (Sandboxing): Изолируют процессы вкладок браузера от основной файловой системы, блокируя прямой доступ к ОС.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C55E"/>
                </a:solidFill>
                <a:latin typeface="Arial"/>
              </a:defRPr>
            </a:pPr>
            <a:r>
              <a:t>Главные 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Уязвимости в коде программ позволяют превратить обычный просмотр сайта в исполнение опасного низкоуровневого кода.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Атаки в один клик без скачивания файлов вручную реальны, но требуют поиска и связывания сложных уязвимостей нулевого дня (0-day).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• Главное оружие защиты пользователя — своевременное обновление браузеров и ОС. Патчи оперативно закрывают бреши в памяти, исключая смещение контроля.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Вопросы и ответы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Спасибо за внимание!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Презентация подготовлена для демонстрации принципов информационной безопасности и защиты веб-приложений.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Готов ответить на ваши вопросы.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